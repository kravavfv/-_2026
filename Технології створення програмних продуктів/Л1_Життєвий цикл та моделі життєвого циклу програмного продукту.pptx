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45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8" r:id="rId16"/>
    <p:sldId id="277" r:id="rId17"/>
    <p:sldId id="269" r:id="rId18"/>
    <p:sldId id="270" r:id="rId19"/>
    <p:sldId id="278" r:id="rId20"/>
    <p:sldId id="271" r:id="rId21"/>
    <p:sldId id="279" r:id="rId22"/>
    <p:sldId id="272" r:id="rId23"/>
    <p:sldId id="280" r:id="rId24"/>
    <p:sldId id="273" r:id="rId25"/>
    <p:sldId id="281" r:id="rId26"/>
    <p:sldId id="274" r:id="rId27"/>
    <p:sldId id="275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76" r:id="rId4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8199" autoAdjust="0"/>
  </p:normalViewPr>
  <p:slideViewPr>
    <p:cSldViewPr snapToGrid="0" snapToObjects="1">
      <p:cViewPr varScale="1">
        <p:scale>
          <a:sx n="41" d="100"/>
          <a:sy n="41" d="100"/>
        </p:scale>
        <p:origin x="122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Шипоша Роман" userId="S::shyposhar@fit.knu.ua::661d1abc-8511-4e95-b186-8881bc3bf22a" providerId="AD" clId="Web-{421003B6-2D02-4E38-3A5F-FB8BCAEA91F7}"/>
    <pc:docChg chg="modSld">
      <pc:chgData name="Шипоша Роман" userId="S::shyposhar@fit.knu.ua::661d1abc-8511-4e95-b186-8881bc3bf22a" providerId="AD" clId="Web-{421003B6-2D02-4E38-3A5F-FB8BCAEA91F7}" dt="2026-09-14T17:15:21.570" v="2" actId="1076"/>
      <pc:docMkLst>
        <pc:docMk/>
      </pc:docMkLst>
      <pc:sldChg chg="modSp">
        <pc:chgData name="Шипоша Роман" userId="S::shyposhar@fit.knu.ua::661d1abc-8511-4e95-b186-8881bc3bf22a" providerId="AD" clId="Web-{421003B6-2D02-4E38-3A5F-FB8BCAEA91F7}" dt="2026-09-14T17:15:21.570" v="2" actId="1076"/>
        <pc:sldMkLst>
          <pc:docMk/>
          <pc:sldMk cId="3247334749" sldId="280"/>
        </pc:sldMkLst>
        <pc:picChg chg="mod">
          <ac:chgData name="Шипоша Роман" userId="S::shyposhar@fit.knu.ua::661d1abc-8511-4e95-b186-8881bc3bf22a" providerId="AD" clId="Web-{421003B6-2D02-4E38-3A5F-FB8BCAEA91F7}" dt="2026-09-14T17:15:21.570" v="2" actId="1076"/>
          <ac:picMkLst>
            <pc:docMk/>
            <pc:sldMk cId="3247334749" sldId="280"/>
            <ac:picMk id="4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0739B1-D17A-40C3-95C2-45EA4711250B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9A2B0B-8DB4-47ED-B592-5027DA60B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1729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Найстарішою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і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відомою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моделлю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побудови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багаторівневого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процесу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розробки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є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каскадна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або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простими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словами модель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водоспаду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ній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кожен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етап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розробки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що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відповідає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стадії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життєвого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циклу ПЗ,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продовжує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попередній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Тобто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для того,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щоб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перейти на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новий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етап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ми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повністю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повинні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завершити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поточний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Каскадна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модель проста і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зрозуміла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але не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практична, як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раніше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умовах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вимог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що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динамічно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змінюються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жорстко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структурований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процес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може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переваги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перетворитися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перешкоду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на шляху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успішного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завершення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розробки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системи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Тому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сьогодні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каскадна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модель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застосовується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переважно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великими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компаніями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для великих і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складних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проектів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які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припускають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всеосяжний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контроль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ризиків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Плюси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і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мінуси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каскадної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моделі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Повне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документування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кожного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етапу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Чітке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планування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термінів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і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витрат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Прозорість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процесів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для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замовника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Необхідність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затвердження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повного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обсягу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вимог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до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системи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ще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першому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етапі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У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необхідності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внесення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змін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до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вимог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пізніше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повернення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до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першої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стадії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переробка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заново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всієї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виконаної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роботи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Збільшення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витрат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коштів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та часу 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потреби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змінити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вимоги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Незважаючи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на те,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що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каскадна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модель все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ще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використовується, вона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вже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втратила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колишні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позиції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Сьогодні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їй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зміну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приходять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більш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просунуті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моделі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методології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розробки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програмного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забезпечення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Коли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варто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використовувати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каскадну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модель: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У проектах з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чітко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визначеними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вимогами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для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яких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не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передбачається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зміна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цих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вимог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процесі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розробки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Для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проектів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які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мігрують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однієї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платформи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іншу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Тобто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вимоги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залишаються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ж,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міняється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лише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системне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оточення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та/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або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мова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програмування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Коли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від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компанії-розробника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не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потрібно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проводити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тестування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наприклад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його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забезпеченням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займеться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сам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замовник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або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стороння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фірма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A2B0B-8DB4-47ED-B592-5027DA60B6F6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22458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Спіральна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модель є шаблоном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процесу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розробки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ПЗ,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який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поєднує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собі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ідеї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ітеративної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каскадної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моделей. Суть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її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тому,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що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весь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процес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створення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кінцевого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продукту представлений у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вигляді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умовної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площини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розбитої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на 4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сектори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кожен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яких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представляє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окремі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етапи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його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розробки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визначення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цілей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оцінка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ризиків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розробка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і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тестування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планування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нової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ітерації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спіральної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моделі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життєвий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шлях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розроблювального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продукту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зображується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у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вигляді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спіралі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яка,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розпочавшись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етапі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планування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розкручується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проходженням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кожного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наступного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кроку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Таким чином, на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виході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чергового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витка ми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повинні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отримати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готовий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протестований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прототип,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який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доповнює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існуючий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білд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Прототип,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що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задовольняє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всім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вимогам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готовий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до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релізу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Головна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особливість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спіральної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моделі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концентрація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можливі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ризики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Для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їх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оцінки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навіть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виділена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відповідна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стадія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Основні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типи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ризиків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які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можуть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виникнути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процесі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розробки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ПЗ: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нереалістичний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бюджет і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терміни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дефіцит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фахівців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часта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зміна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вимог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надмірна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оптимізація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низька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продуктивність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системи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невідповідність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рівня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кваліфікації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фахівців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різних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відділів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Плюси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і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мінуси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спіральної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моделі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покращений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аналіз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ризиків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 хороша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документація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процесу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розробки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гнучкість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можливість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внесення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змін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і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додавання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нової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функціональності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навіть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відносно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пізніх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етапах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раннє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створення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робочих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прототипів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може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бути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досить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дорога у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використанні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управління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ризиками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вимагає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залучення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висококласних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фахівців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успіх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процесу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у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великій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мірі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залежить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від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стадії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аналізу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ризиків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не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підходить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для невеликих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проектів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Коли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використовувати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спіральну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модель: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коли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важливий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аналіз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ризиків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і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витрат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великі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довгострокові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проекти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відсутністю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чітких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вимог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або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ймовірністю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їх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динамічної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зміни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при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розробці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нової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лінійки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продуктів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A2B0B-8DB4-47ED-B592-5027DA60B6F6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3281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V-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модель –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покращена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версія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класичної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каскадної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моделі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Тут на кожному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етапі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відбувається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контроль поточного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процесу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для того,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щоб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переконатися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можливості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переходу на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наступний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рівень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У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цій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моделі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тестування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починається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ще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стадії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написання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вимог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причому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для кожного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наступного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етапу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передбачений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свій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рівень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тестового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покриття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кожного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рівня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тестування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розробляється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окремий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тест-план,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тобто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під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час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тестування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поточного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рівня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ми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також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займаємося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розробкою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стратегії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тестування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наступного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Створюючи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тест-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плани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ми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також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визначаємо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очікувані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результати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тестування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і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вказуємо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критерії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входу і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виходу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для кожного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етапу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V-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моделі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кожному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етапу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проектування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і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розробки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системи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відповідає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окремий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рівень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тестування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Тут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процес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розробки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представлений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низхідною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послідовністю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лівій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частині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умовної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літери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V,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стадії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тестування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на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її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правому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ребрі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Відповідність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етапів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розробки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і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тестування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показано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горизонтальними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лініями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Плюси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і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мінуси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V-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моделі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 Строга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етапність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Планування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тестування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і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верифікація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системи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виробляються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ранніх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етапах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Покращений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порівнянні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каскадної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моделлю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тайм-менеджмент;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Проміжне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тестування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Недостатня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гнучкість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моделі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Власне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створення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програми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відбувається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етапі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написання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коду,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тобто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вже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середині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процесу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розробки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Недостатній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аналіз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ризиків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Немає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роботи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паралельними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подіями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і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можливості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динамічного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внесення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змін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Коли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використовувати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V-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модель: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У проектах, 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яких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існують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часові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фінансові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обмеження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Для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завдань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які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передбачають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більш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широке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порівняно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каскадної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моделлю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тестове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покриття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A2B0B-8DB4-47ED-B592-5027DA60B6F6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60659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Існують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також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ітеративні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або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інкрементальні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моделі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яких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використовується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інший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підхід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Замість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однієї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тривалої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послідовності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дій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тут весь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життєвий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цикл продукту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розбитий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на ряд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окремих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міні-циклів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Причому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кожен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 них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складається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із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все тих же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базових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стадій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моделі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життєвого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циклу.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міні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-цикли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називаються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ітераціями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У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кожній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ітерацій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відбувається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розробка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окремого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компонента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системи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після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чого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компонент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додається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до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вже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раніше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розробленого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функціоналу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Ітеративна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модель не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передбачає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повного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обсягу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вимог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для початку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робіт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над продуктом.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Розробка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програми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може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починатися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вимог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до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частини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функціоналу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які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можуть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згодом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доповнюватися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і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змінюватися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Процес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повторюється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забезпечуючи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створення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нової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версії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продукту для кожного циклу.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дещо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спрощеному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вигляді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ітеративна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модель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складається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чотирьох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основних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стадій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які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повторюються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у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кожній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ітерацій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plan-do-check-act):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визначення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аналіз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вимог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дизайн та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проектування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згідно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вимогами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Причому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дизайн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може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як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розроблятися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окремо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для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даної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функціональності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так і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доповнювати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вже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існуючий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розробка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і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тестування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кодування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інтеграція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і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тестування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нового компонента;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фаза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рев’ю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оцінка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перегляд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поточних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вимог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пропозиції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щодо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доповнення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цих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вимог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 результатами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кожної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ітерації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приймається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рішення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будуть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використані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її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результати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для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доповнення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існуючої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функціональності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якості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вхідної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точки для початку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наступної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ітерації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т.зв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інкрементальне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прототипування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Зрештою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досягається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точка, 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якій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вимоги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були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втілені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продукт –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відбувається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реліз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математичних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термінах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ітеративна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модель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являє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реалізацію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методики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послідовної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апроксимації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тобто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поступове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наближення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до образу готового продукту: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Ключ до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успішного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використання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цієї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моделі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сувора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верифікація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вимог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і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ретельна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валідація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розроблюваної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функціональності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кожній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ітерацій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Основні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стадії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процесу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розробки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ітеративній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моделі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фактично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повторюють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модель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водоспаду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У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кожній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ітерації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створюється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програмне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забезпечення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що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вимагає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тестування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всіх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рівнях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Плюси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мінуси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ітеративної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моделі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раннє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створення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працюючого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ПЗ;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гнучкість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готовність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до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зміни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вимог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на будь-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якому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етапі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розробки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кожна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ітерація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маленький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етап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для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якого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тестування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аналіз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ризиків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забезпечити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простіше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ніж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для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всього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життєвого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циклу продукту.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кожна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фаза –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самостійна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окремі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ітерації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не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накладаються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одна на одну;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можуть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виникнути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проблеми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реалізацією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загальної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архітектури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системи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оскільки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не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вимоги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відомі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до початку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проектування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Коли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використовувати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ітеративну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модель: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для великих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проектів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коли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відомі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принаймні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ключові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вимоги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коли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вимоги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до проекту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можуть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мінятися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процесі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розробки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Ітеративна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модель є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ключовим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елементом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так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званих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«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гнучких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 (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Agile)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підходів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до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розробки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програмного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забезпечення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основні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яких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розглянемо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наступних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розділах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A2B0B-8DB4-47ED-B592-5027DA60B6F6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20680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DEVOPS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складається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двох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завдань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одночасно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DEV(DEVELOPMENT) + OPS(OPERATIONS) = DEVOPS.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Коротше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кажучи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DEVOPS —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набір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практик,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які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поєднують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розробку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програмного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забезпечення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разом з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операціями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які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призводять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до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кращого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та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швидшого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циклу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розробки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програмного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забезпечення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високою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якістю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програмного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забезпечення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та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дозволяють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гнучку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розробку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Коротше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кажучи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DevOps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гнучка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розробка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гнучкі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операції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A2B0B-8DB4-47ED-B592-5027DA60B6F6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55924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A2B0B-8DB4-47ED-B592-5027DA60B6F6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55592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Усі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сервери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буде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налаштовано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для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незалежного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запуску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збірки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керування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конфігурацією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гарантує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що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всі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залежності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та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ресурси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наприклад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оперативна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пам’ять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ЦП,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графічний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процесор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належним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чином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дотримані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A2B0B-8DB4-47ED-B592-5027DA60B6F6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9133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Життєвий цикл програмного продукту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Презентація для дисципліни: Технології створення програмних продуктів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Що таке життєвий цикл програмного продукту (SDLC)?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Життєвий цикл програмного продукту (Software Development Life Cycle, SDLC) — це процес, який охоплює всі етапи розробки програмного забезпечення від початкового планування до підтримки після релізу.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Етапи життєвого циклу програмного продукту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Планування</a:t>
            </a:r>
          </a:p>
          <a:p>
            <a:r>
              <a:t>2. Аналіз вимог</a:t>
            </a:r>
          </a:p>
          <a:p>
            <a:r>
              <a:t>3. Проектування системи</a:t>
            </a:r>
          </a:p>
          <a:p>
            <a:r>
              <a:t>4. Реалізація (кодування)</a:t>
            </a:r>
          </a:p>
          <a:p>
            <a:r>
              <a:t>5. Тестування</a:t>
            </a:r>
          </a:p>
          <a:p>
            <a:r>
              <a:t>6. Впровадження</a:t>
            </a:r>
          </a:p>
          <a:p>
            <a:r>
              <a:t>7. Підтримка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Планування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На етапі планування визначаються цілі проекту, ресурси та бюджет. Ключові учасники залучаються для встановлення вимог до системи, встановлення термінів та розподілу завдань.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Аналіз вимог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На цьому етапі визначаються функціональні та нефункціональні вимоги до програмного забезпечення. Важливо отримати чітке уявлення про те, які задачі система повинна виконувати.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Проектування системи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Цей етап передбачає створення архітектури системи, проектування баз даних, інтерфейсів та модулів. Документація розробляється для подальшої реалізації програмного продукту.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Реалізація (кодування)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Програмісти пишуть код згідно з вимогами і проектними специфікаціями. Відбувається безпосереднє створення функціоналу програмного продукту.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Тестування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Тестування охоплює перевірку всіх функцій, виявлення помилок, їх виправлення та перевірку працездатності програми. Це ключовий етап для забезпечення якості продукту.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Впровадження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Після успішного тестування програмний продукт випускається для використання. Важливо налаштувати систему і забезпечити навчання користувачів.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Підтримка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На етапі підтримки продукт оновлюється, вирішуються будь-які технічні проблеми та забезпечується підтримка користувачів. Цей етап триває протягом усього життєвого циклу продукту.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7538"/>
            <a:ext cx="8229600" cy="2303462"/>
          </a:xfrm>
        </p:spPr>
        <p:txBody>
          <a:bodyPr>
            <a:normAutofit/>
          </a:bodyPr>
          <a:lstStyle/>
          <a:p>
            <a:r>
              <a:rPr lang="ru-RU" dirty="0" err="1"/>
              <a:t>Моделі</a:t>
            </a:r>
            <a:r>
              <a:rPr lang="ru-RU" dirty="0"/>
              <a:t> </a:t>
            </a:r>
            <a:r>
              <a:rPr lang="ru-RU" dirty="0" err="1"/>
              <a:t>життєвого</a:t>
            </a:r>
            <a:r>
              <a:rPr lang="ru-RU" dirty="0"/>
              <a:t> циклу </a:t>
            </a:r>
            <a:r>
              <a:rPr lang="ru-RU" dirty="0" err="1"/>
              <a:t>програмного</a:t>
            </a:r>
            <a:r>
              <a:rPr lang="ru-RU" dirty="0"/>
              <a:t> продукту</a:t>
            </a:r>
          </a:p>
        </p:txBody>
      </p:sp>
    </p:spTree>
    <p:extLst>
      <p:ext uri="{BB962C8B-B14F-4D97-AF65-F5344CB8AC3E}">
        <p14:creationId xmlns:p14="http://schemas.microsoft.com/office/powerpoint/2010/main" val="4400444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Що таке моделі життєвого циклу?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Моделі життєвого циклу визначають підхід до розробки програмного забезпечення, включаючи процеси планування, розробки, тестування, впровадження та підтримки.</a:t>
            </a:r>
          </a:p>
        </p:txBody>
      </p:sp>
    </p:spTree>
    <p:extLst>
      <p:ext uri="{BB962C8B-B14F-4D97-AF65-F5344CB8AC3E}">
        <p14:creationId xmlns:p14="http://schemas.microsoft.com/office/powerpoint/2010/main" val="35654746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604962"/>
          </a:xfrm>
        </p:spPr>
        <p:txBody>
          <a:bodyPr>
            <a:noAutofit/>
          </a:bodyPr>
          <a:lstStyle/>
          <a:p>
            <a:pPr algn="just"/>
            <a:r>
              <a:rPr lang="ru-RU" sz="2400" dirty="0"/>
              <a:t>Ось </a:t>
            </a:r>
            <a:r>
              <a:rPr lang="ru-RU" sz="2400" dirty="0" err="1"/>
              <a:t>зображення</a:t>
            </a:r>
            <a:r>
              <a:rPr lang="ru-RU" sz="2400" dirty="0"/>
              <a:t>, яке </a:t>
            </a:r>
            <a:r>
              <a:rPr lang="ru-RU" sz="2400" dirty="0" err="1"/>
              <a:t>ілюструє</a:t>
            </a:r>
            <a:r>
              <a:rPr lang="ru-RU" sz="2400" dirty="0"/>
              <a:t> </a:t>
            </a:r>
            <a:r>
              <a:rPr lang="ru-RU" sz="2400" dirty="0" err="1"/>
              <a:t>шість</a:t>
            </a:r>
            <a:r>
              <a:rPr lang="ru-RU" sz="2400" dirty="0"/>
              <a:t> </a:t>
            </a:r>
            <a:r>
              <a:rPr lang="ru-RU" sz="2400" dirty="0" err="1"/>
              <a:t>різних</a:t>
            </a:r>
            <a:r>
              <a:rPr lang="ru-RU" sz="2400" dirty="0"/>
              <a:t> моделей </a:t>
            </a:r>
            <a:r>
              <a:rPr lang="ru-RU" sz="2400" dirty="0" err="1"/>
              <a:t>життєвого</a:t>
            </a:r>
            <a:r>
              <a:rPr lang="ru-RU" sz="2400" dirty="0"/>
              <a:t> циклу </a:t>
            </a:r>
            <a:r>
              <a:rPr lang="ru-RU" sz="2400" dirty="0" err="1"/>
              <a:t>програмного</a:t>
            </a:r>
            <a:r>
              <a:rPr lang="ru-RU" sz="2400" dirty="0"/>
              <a:t> </a:t>
            </a:r>
            <a:r>
              <a:rPr lang="ru-RU" sz="2400" dirty="0" err="1"/>
              <a:t>забезпечення</a:t>
            </a:r>
            <a:r>
              <a:rPr lang="ru-RU" sz="2400" dirty="0"/>
              <a:t>: </a:t>
            </a:r>
            <a:r>
              <a:rPr lang="ru-RU" sz="2400" dirty="0" err="1"/>
              <a:t>каскадна</a:t>
            </a:r>
            <a:r>
              <a:rPr lang="ru-RU" sz="2400" dirty="0"/>
              <a:t> модель (</a:t>
            </a:r>
            <a:r>
              <a:rPr lang="en-US" sz="2400" dirty="0"/>
              <a:t>Waterfall), </a:t>
            </a:r>
            <a:r>
              <a:rPr lang="ru-RU" sz="2400" dirty="0" err="1"/>
              <a:t>спіральна</a:t>
            </a:r>
            <a:r>
              <a:rPr lang="ru-RU" sz="2400" dirty="0"/>
              <a:t> модель, </a:t>
            </a:r>
            <a:r>
              <a:rPr lang="en-US" sz="2400" dirty="0"/>
              <a:t>V-</a:t>
            </a:r>
            <a:r>
              <a:rPr lang="ru-RU" sz="2400" dirty="0"/>
              <a:t>модель, </a:t>
            </a:r>
            <a:r>
              <a:rPr lang="en-US" sz="2400" dirty="0"/>
              <a:t>Agile, </a:t>
            </a:r>
            <a:r>
              <a:rPr lang="ru-RU" sz="2400" dirty="0"/>
              <a:t>модель </a:t>
            </a:r>
            <a:r>
              <a:rPr lang="ru-RU" sz="2400" dirty="0" err="1"/>
              <a:t>інкрементної</a:t>
            </a:r>
            <a:r>
              <a:rPr lang="ru-RU" sz="2400" dirty="0"/>
              <a:t> </a:t>
            </a:r>
            <a:r>
              <a:rPr lang="ru-RU" sz="2400" dirty="0" err="1"/>
              <a:t>розробки</a:t>
            </a:r>
            <a:r>
              <a:rPr lang="ru-RU" sz="2400" dirty="0"/>
              <a:t> та </a:t>
            </a:r>
            <a:r>
              <a:rPr lang="en-US" sz="2400" dirty="0" err="1"/>
              <a:t>DevOps</a:t>
            </a:r>
            <a:r>
              <a:rPr lang="en-US" sz="2400" dirty="0"/>
              <a:t>.</a:t>
            </a:r>
            <a:endParaRPr lang="ru-RU" sz="2400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1782" y="1968500"/>
            <a:ext cx="7920435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8714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Основні</a:t>
            </a:r>
            <a:r>
              <a:rPr dirty="0"/>
              <a:t> </a:t>
            </a:r>
            <a:r>
              <a:rPr dirty="0" err="1"/>
              <a:t>види</a:t>
            </a:r>
            <a:r>
              <a:rPr dirty="0"/>
              <a:t> </a:t>
            </a:r>
            <a:r>
              <a:rPr dirty="0" err="1"/>
              <a:t>моделей</a:t>
            </a:r>
            <a:r>
              <a:rPr dirty="0"/>
              <a:t> </a:t>
            </a:r>
            <a:r>
              <a:rPr dirty="0" err="1"/>
              <a:t>життєвого</a:t>
            </a:r>
            <a:r>
              <a:rPr dirty="0"/>
              <a:t> </a:t>
            </a:r>
            <a:r>
              <a:rPr dirty="0" err="1"/>
              <a:t>циклу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1. </a:t>
            </a:r>
            <a:r>
              <a:rPr dirty="0" err="1"/>
              <a:t>Каскадна</a:t>
            </a:r>
            <a:r>
              <a:rPr dirty="0"/>
              <a:t> </a:t>
            </a:r>
            <a:r>
              <a:rPr dirty="0" err="1"/>
              <a:t>модель</a:t>
            </a:r>
            <a:r>
              <a:rPr dirty="0"/>
              <a:t> (Waterfall)</a:t>
            </a:r>
          </a:p>
          <a:p>
            <a:r>
              <a:rPr dirty="0"/>
              <a:t>2. </a:t>
            </a:r>
            <a:r>
              <a:rPr dirty="0" err="1"/>
              <a:t>Спіральна</a:t>
            </a:r>
            <a:r>
              <a:rPr dirty="0"/>
              <a:t> </a:t>
            </a:r>
            <a:r>
              <a:rPr dirty="0" err="1"/>
              <a:t>модель</a:t>
            </a:r>
            <a:endParaRPr dirty="0"/>
          </a:p>
          <a:p>
            <a:r>
              <a:rPr dirty="0"/>
              <a:t>3. V-</a:t>
            </a:r>
            <a:r>
              <a:rPr dirty="0" err="1"/>
              <a:t>модель</a:t>
            </a:r>
            <a:endParaRPr dirty="0"/>
          </a:p>
          <a:p>
            <a:r>
              <a:rPr dirty="0"/>
              <a:t>4. Agile</a:t>
            </a:r>
          </a:p>
          <a:p>
            <a:r>
              <a:rPr dirty="0"/>
              <a:t>5. </a:t>
            </a:r>
            <a:r>
              <a:rPr dirty="0" err="1"/>
              <a:t>Модель</a:t>
            </a:r>
            <a:r>
              <a:rPr dirty="0"/>
              <a:t> </a:t>
            </a:r>
            <a:r>
              <a:rPr dirty="0" err="1"/>
              <a:t>інкрементної</a:t>
            </a:r>
            <a:r>
              <a:rPr dirty="0"/>
              <a:t> </a:t>
            </a:r>
            <a:r>
              <a:rPr dirty="0" err="1"/>
              <a:t>розробки</a:t>
            </a:r>
            <a:endParaRPr dirty="0"/>
          </a:p>
          <a:p>
            <a:r>
              <a:rPr dirty="0"/>
              <a:t>6. </a:t>
            </a:r>
            <a:r>
              <a:rPr dirty="0" err="1"/>
              <a:t>DevOps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890818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Каскадна модель (Waterfall)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Каскадна модель передбачає послідовне проходження етапів розробки. Кожен етап завершується перед початком наступного, що робить процес строго структурованим.</a:t>
            </a:r>
          </a:p>
        </p:txBody>
      </p:sp>
    </p:spTree>
    <p:extLst>
      <p:ext uri="{BB962C8B-B14F-4D97-AF65-F5344CB8AC3E}">
        <p14:creationId xmlns:p14="http://schemas.microsoft.com/office/powerpoint/2010/main" val="21327931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Каскадна</a:t>
            </a:r>
            <a:r>
              <a:rPr lang="ru-RU" dirty="0"/>
              <a:t> модель (</a:t>
            </a:r>
            <a:r>
              <a:rPr lang="en-US" dirty="0"/>
              <a:t>Waterfall)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09018" y="1600200"/>
            <a:ext cx="4525963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9767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Спіральна</a:t>
            </a:r>
            <a:r>
              <a:rPr dirty="0"/>
              <a:t> </a:t>
            </a:r>
            <a:r>
              <a:rPr dirty="0" err="1"/>
              <a:t>модель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Спіральна</a:t>
            </a:r>
            <a:r>
              <a:rPr dirty="0"/>
              <a:t> </a:t>
            </a:r>
            <a:r>
              <a:rPr dirty="0" err="1"/>
              <a:t>модель</a:t>
            </a:r>
            <a:r>
              <a:rPr dirty="0"/>
              <a:t> </a:t>
            </a:r>
            <a:r>
              <a:rPr dirty="0" err="1"/>
              <a:t>поєднує</a:t>
            </a:r>
            <a:r>
              <a:rPr dirty="0"/>
              <a:t> </a:t>
            </a:r>
            <a:r>
              <a:rPr dirty="0" err="1"/>
              <a:t>елементи</a:t>
            </a:r>
            <a:r>
              <a:rPr dirty="0"/>
              <a:t> </a:t>
            </a:r>
            <a:r>
              <a:rPr dirty="0" err="1"/>
              <a:t>каскадної</a:t>
            </a:r>
            <a:r>
              <a:rPr dirty="0"/>
              <a:t> </a:t>
            </a:r>
            <a:r>
              <a:rPr dirty="0" err="1"/>
              <a:t>моделі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прототипування</a:t>
            </a:r>
            <a:r>
              <a:rPr dirty="0"/>
              <a:t>. </a:t>
            </a:r>
            <a:r>
              <a:rPr dirty="0" err="1"/>
              <a:t>Вона</a:t>
            </a:r>
            <a:r>
              <a:rPr dirty="0"/>
              <a:t> </a:t>
            </a:r>
            <a:r>
              <a:rPr dirty="0" err="1"/>
              <a:t>включає</a:t>
            </a:r>
            <a:r>
              <a:rPr dirty="0"/>
              <a:t> </a:t>
            </a:r>
            <a:r>
              <a:rPr dirty="0" err="1"/>
              <a:t>ітерації</a:t>
            </a:r>
            <a:r>
              <a:rPr dirty="0"/>
              <a:t>, </a:t>
            </a:r>
            <a:r>
              <a:rPr dirty="0" err="1"/>
              <a:t>кожна</a:t>
            </a:r>
            <a:r>
              <a:rPr dirty="0"/>
              <a:t> з </a:t>
            </a:r>
            <a:r>
              <a:rPr dirty="0" err="1"/>
              <a:t>яких</a:t>
            </a:r>
            <a:r>
              <a:rPr dirty="0"/>
              <a:t> </a:t>
            </a:r>
            <a:r>
              <a:rPr dirty="0" err="1"/>
              <a:t>починається</a:t>
            </a:r>
            <a:r>
              <a:rPr dirty="0"/>
              <a:t> з </a:t>
            </a:r>
            <a:r>
              <a:rPr dirty="0" err="1"/>
              <a:t>аналізу</a:t>
            </a:r>
            <a:r>
              <a:rPr dirty="0"/>
              <a:t> </a:t>
            </a:r>
            <a:r>
              <a:rPr dirty="0" err="1"/>
              <a:t>ризиків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планування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445669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Спіральна модель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76487" y="1729581"/>
            <a:ext cx="4391025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2483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V-</a:t>
            </a:r>
            <a:r>
              <a:rPr dirty="0" err="1"/>
              <a:t>модель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V-</a:t>
            </a:r>
            <a:r>
              <a:rPr dirty="0" err="1"/>
              <a:t>модель</a:t>
            </a:r>
            <a:r>
              <a:rPr dirty="0"/>
              <a:t> є </a:t>
            </a:r>
            <a:r>
              <a:rPr dirty="0" err="1"/>
              <a:t>розширенням</a:t>
            </a:r>
            <a:r>
              <a:rPr dirty="0"/>
              <a:t> </a:t>
            </a:r>
            <a:r>
              <a:rPr dirty="0" err="1"/>
              <a:t>каскадної</a:t>
            </a:r>
            <a:r>
              <a:rPr dirty="0"/>
              <a:t> </a:t>
            </a:r>
            <a:r>
              <a:rPr dirty="0" err="1"/>
              <a:t>моделі</a:t>
            </a:r>
            <a:r>
              <a:rPr dirty="0"/>
              <a:t>, </a:t>
            </a:r>
            <a:r>
              <a:rPr dirty="0" err="1"/>
              <a:t>але</a:t>
            </a:r>
            <a:r>
              <a:rPr dirty="0"/>
              <a:t> з </a:t>
            </a:r>
            <a:r>
              <a:rPr dirty="0" err="1"/>
              <a:t>додатковою</a:t>
            </a:r>
            <a:r>
              <a:rPr dirty="0"/>
              <a:t> </a:t>
            </a:r>
            <a:r>
              <a:rPr dirty="0" err="1"/>
              <a:t>увагою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тестування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кожному</a:t>
            </a:r>
            <a:r>
              <a:rPr dirty="0"/>
              <a:t> </a:t>
            </a:r>
            <a:r>
              <a:rPr dirty="0" err="1"/>
              <a:t>етапі</a:t>
            </a:r>
            <a:r>
              <a:rPr dirty="0"/>
              <a:t>. </a:t>
            </a:r>
            <a:r>
              <a:rPr dirty="0" err="1"/>
              <a:t>Розробка</a:t>
            </a:r>
            <a:r>
              <a:rPr dirty="0"/>
              <a:t> і </a:t>
            </a:r>
            <a:r>
              <a:rPr dirty="0" err="1"/>
              <a:t>тестування</a:t>
            </a:r>
            <a:r>
              <a:rPr dirty="0"/>
              <a:t> </a:t>
            </a:r>
            <a:r>
              <a:rPr dirty="0" err="1"/>
              <a:t>йдуть</a:t>
            </a:r>
            <a:r>
              <a:rPr dirty="0"/>
              <a:t> </a:t>
            </a:r>
            <a:r>
              <a:rPr dirty="0" err="1"/>
              <a:t>паралельно</a:t>
            </a:r>
            <a:r>
              <a:rPr dirty="0"/>
              <a:t>, </a:t>
            </a:r>
            <a:r>
              <a:rPr dirty="0" err="1"/>
              <a:t>що</a:t>
            </a:r>
            <a:r>
              <a:rPr dirty="0"/>
              <a:t> </a:t>
            </a:r>
            <a:r>
              <a:rPr dirty="0" err="1"/>
              <a:t>дозволяє</a:t>
            </a:r>
            <a:r>
              <a:rPr dirty="0"/>
              <a:t> </a:t>
            </a:r>
            <a:r>
              <a:rPr dirty="0" err="1"/>
              <a:t>виявляти</a:t>
            </a:r>
            <a:r>
              <a:rPr dirty="0"/>
              <a:t> </a:t>
            </a:r>
            <a:r>
              <a:rPr dirty="0" err="1"/>
              <a:t>помилки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ранніх</a:t>
            </a:r>
            <a:r>
              <a:rPr dirty="0"/>
              <a:t> </a:t>
            </a:r>
            <a:r>
              <a:rPr dirty="0" err="1"/>
              <a:t>етапах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213950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 -</a:t>
            </a:r>
            <a:r>
              <a:rPr lang="uk-UA" dirty="0"/>
              <a:t>модель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71700" y="2387075"/>
            <a:ext cx="4800600" cy="303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3347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Agile — це підхід, який базується на ітеративній та інкрементній розробці. Основні цінності Agile — гнучкість, швидке реагування на зміни та тісна співпраця з клієнтом.</a:t>
            </a:r>
          </a:p>
        </p:txBody>
      </p:sp>
    </p:spTree>
    <p:extLst>
      <p:ext uri="{BB962C8B-B14F-4D97-AF65-F5344CB8AC3E}">
        <p14:creationId xmlns:p14="http://schemas.microsoft.com/office/powerpoint/2010/main" val="18874753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Інтерактивна модель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14500" y="2348706"/>
            <a:ext cx="5715000" cy="302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443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Модель інкрементної розробки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Ця модель полягає у поступовій розробці системи. Кожен інкремент додає нові функції. Це дозволяє впроваджувати продукт на ринок поетапно і оновлювати його частинами.</a:t>
            </a:r>
          </a:p>
        </p:txBody>
      </p:sp>
    </p:spTree>
    <p:extLst>
      <p:ext uri="{BB962C8B-B14F-4D97-AF65-F5344CB8AC3E}">
        <p14:creationId xmlns:p14="http://schemas.microsoft.com/office/powerpoint/2010/main" val="11096750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DevOps</a:t>
            </a:r>
            <a:r>
              <a:rPr dirty="0"/>
              <a:t> — </a:t>
            </a:r>
            <a:r>
              <a:rPr dirty="0" err="1"/>
              <a:t>це</a:t>
            </a:r>
            <a:r>
              <a:rPr dirty="0"/>
              <a:t> </a:t>
            </a:r>
            <a:r>
              <a:rPr dirty="0" err="1"/>
              <a:t>модель</a:t>
            </a:r>
            <a:r>
              <a:rPr dirty="0"/>
              <a:t>, </a:t>
            </a:r>
            <a:r>
              <a:rPr dirty="0" err="1"/>
              <a:t>що</a:t>
            </a:r>
            <a:r>
              <a:rPr dirty="0"/>
              <a:t> </a:t>
            </a:r>
            <a:r>
              <a:rPr dirty="0" err="1"/>
              <a:t>поєднує</a:t>
            </a:r>
            <a:r>
              <a:rPr dirty="0"/>
              <a:t> </a:t>
            </a:r>
            <a:r>
              <a:rPr dirty="0" err="1"/>
              <a:t>розробку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експлуатацію</a:t>
            </a:r>
            <a:r>
              <a:rPr dirty="0"/>
              <a:t> </a:t>
            </a:r>
            <a:r>
              <a:rPr dirty="0" err="1"/>
              <a:t>продукту</a:t>
            </a:r>
            <a:r>
              <a:rPr dirty="0"/>
              <a:t>. </a:t>
            </a:r>
            <a:r>
              <a:rPr dirty="0" err="1"/>
              <a:t>Основна</a:t>
            </a:r>
            <a:r>
              <a:rPr dirty="0"/>
              <a:t> </a:t>
            </a:r>
            <a:r>
              <a:rPr dirty="0" err="1"/>
              <a:t>мета</a:t>
            </a:r>
            <a:r>
              <a:rPr dirty="0"/>
              <a:t> — </a:t>
            </a:r>
            <a:r>
              <a:rPr dirty="0" err="1"/>
              <a:t>прискорити</a:t>
            </a:r>
            <a:r>
              <a:rPr dirty="0"/>
              <a:t> </a:t>
            </a:r>
            <a:r>
              <a:rPr dirty="0" err="1"/>
              <a:t>розгортання</a:t>
            </a:r>
            <a:r>
              <a:rPr dirty="0"/>
              <a:t> </a:t>
            </a:r>
            <a:r>
              <a:rPr dirty="0" err="1"/>
              <a:t>програмного</a:t>
            </a:r>
            <a:r>
              <a:rPr dirty="0"/>
              <a:t> </a:t>
            </a:r>
            <a:r>
              <a:rPr dirty="0" err="1"/>
              <a:t>забезпечення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автоматизацію</a:t>
            </a:r>
            <a:r>
              <a:rPr dirty="0"/>
              <a:t> </a:t>
            </a:r>
            <a:r>
              <a:rPr dirty="0" err="1"/>
              <a:t>процесів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588144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Модель </a:t>
            </a:r>
            <a:r>
              <a:rPr lang="en-US" dirty="0" err="1"/>
              <a:t>DevOps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7200" y="1745930"/>
            <a:ext cx="8229600" cy="4234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2085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257176"/>
            <a:ext cx="8686800" cy="5868988"/>
          </a:xfrm>
        </p:spPr>
        <p:txBody>
          <a:bodyPr>
            <a:normAutofit fontScale="62500" lnSpcReduction="20000"/>
          </a:bodyPr>
          <a:lstStyle/>
          <a:p>
            <a:pPr marL="0" indent="0" algn="just">
              <a:buNone/>
            </a:pPr>
            <a:r>
              <a:rPr lang="ru-RU" dirty="0"/>
              <a:t>ДО </a:t>
            </a:r>
            <a:r>
              <a:rPr lang="en-US" dirty="0"/>
              <a:t>DEVOPS </a:t>
            </a:r>
            <a:r>
              <a:rPr lang="ru-RU" dirty="0"/>
              <a:t>для </a:t>
            </a:r>
            <a:r>
              <a:rPr lang="ru-RU" dirty="0" err="1"/>
              <a:t>розробки</a:t>
            </a:r>
            <a:r>
              <a:rPr lang="ru-RU" dirty="0"/>
              <a:t> </a:t>
            </a:r>
            <a:r>
              <a:rPr lang="ru-RU" dirty="0" err="1"/>
              <a:t>програмного</a:t>
            </a:r>
            <a:r>
              <a:rPr lang="ru-RU" dirty="0"/>
              <a:t> </a:t>
            </a:r>
            <a:r>
              <a:rPr lang="ru-RU" dirty="0" err="1"/>
              <a:t>забезпечення</a:t>
            </a:r>
            <a:r>
              <a:rPr lang="ru-RU" dirty="0"/>
              <a:t> </a:t>
            </a:r>
            <a:r>
              <a:rPr lang="ru-RU" dirty="0" err="1"/>
              <a:t>використовувалася</a:t>
            </a:r>
            <a:r>
              <a:rPr lang="ru-RU" dirty="0"/>
              <a:t> модель «ВОДОСПАД».</a:t>
            </a:r>
          </a:p>
          <a:p>
            <a:pPr marL="0" indent="0" algn="just">
              <a:buNone/>
            </a:pPr>
            <a:r>
              <a:rPr lang="ru-RU" dirty="0"/>
              <a:t> </a:t>
            </a:r>
            <a:r>
              <a:rPr lang="ru-RU" dirty="0" err="1"/>
              <a:t>Ця</a:t>
            </a:r>
            <a:r>
              <a:rPr lang="ru-RU" dirty="0"/>
              <a:t> модель </a:t>
            </a:r>
            <a:r>
              <a:rPr lang="ru-RU" dirty="0" err="1"/>
              <a:t>найкраще</a:t>
            </a:r>
            <a:r>
              <a:rPr lang="ru-RU" dirty="0"/>
              <a:t> </a:t>
            </a:r>
            <a:r>
              <a:rPr lang="ru-RU" dirty="0" err="1"/>
              <a:t>підходить</a:t>
            </a:r>
            <a:r>
              <a:rPr lang="ru-RU" dirty="0"/>
              <a:t>, </a:t>
            </a:r>
            <a:r>
              <a:rPr lang="ru-RU" dirty="0" err="1"/>
              <a:t>якщо</a:t>
            </a:r>
            <a:r>
              <a:rPr lang="ru-RU" dirty="0"/>
              <a:t> </a:t>
            </a:r>
            <a:r>
              <a:rPr lang="ru-RU" dirty="0" err="1"/>
              <a:t>всі</a:t>
            </a:r>
            <a:r>
              <a:rPr lang="ru-RU" dirty="0"/>
              <a:t> </a:t>
            </a:r>
            <a:r>
              <a:rPr lang="ru-RU" dirty="0" err="1"/>
              <a:t>вимоги</a:t>
            </a:r>
            <a:r>
              <a:rPr lang="ru-RU" dirty="0"/>
              <a:t> є </a:t>
            </a:r>
            <a:r>
              <a:rPr lang="ru-RU" dirty="0" err="1"/>
              <a:t>заздалегідь</a:t>
            </a:r>
            <a:r>
              <a:rPr lang="ru-RU" dirty="0"/>
              <a:t>. Тут </a:t>
            </a:r>
            <a:r>
              <a:rPr lang="ru-RU" dirty="0" err="1"/>
              <a:t>заздалегідь</a:t>
            </a:r>
            <a:r>
              <a:rPr lang="ru-RU" dirty="0"/>
              <a:t> </a:t>
            </a:r>
            <a:r>
              <a:rPr lang="ru-RU" dirty="0" err="1"/>
              <a:t>означає</a:t>
            </a:r>
            <a:r>
              <a:rPr lang="ru-RU" dirty="0"/>
              <a:t> </a:t>
            </a:r>
            <a:r>
              <a:rPr lang="ru-RU" dirty="0" err="1"/>
              <a:t>етап</a:t>
            </a:r>
            <a:r>
              <a:rPr lang="ru-RU" dirty="0"/>
              <a:t> </a:t>
            </a:r>
            <a:r>
              <a:rPr lang="ru-RU" dirty="0" err="1"/>
              <a:t>планування</a:t>
            </a:r>
            <a:r>
              <a:rPr lang="ru-RU" dirty="0"/>
              <a:t>. </a:t>
            </a:r>
            <a:r>
              <a:rPr lang="ru-RU" dirty="0" err="1"/>
              <a:t>Усі</a:t>
            </a:r>
            <a:r>
              <a:rPr lang="ru-RU" dirty="0"/>
              <a:t> </a:t>
            </a:r>
            <a:r>
              <a:rPr lang="ru-RU" dirty="0" err="1"/>
              <a:t>вимоги</a:t>
            </a:r>
            <a:r>
              <a:rPr lang="ru-RU" dirty="0"/>
              <a:t> </a:t>
            </a:r>
            <a:r>
              <a:rPr lang="ru-RU" dirty="0" err="1"/>
              <a:t>повинні</a:t>
            </a:r>
            <a:r>
              <a:rPr lang="ru-RU" dirty="0"/>
              <a:t> бути остаточно </a:t>
            </a:r>
            <a:r>
              <a:rPr lang="ru-RU" dirty="0" err="1"/>
              <a:t>визначені</a:t>
            </a:r>
            <a:r>
              <a:rPr lang="ru-RU" dirty="0"/>
              <a:t> </a:t>
            </a:r>
            <a:r>
              <a:rPr lang="ru-RU" dirty="0" err="1"/>
              <a:t>лише</a:t>
            </a:r>
            <a:r>
              <a:rPr lang="ru-RU" dirty="0"/>
              <a:t> </a:t>
            </a:r>
            <a:r>
              <a:rPr lang="ru-RU" dirty="0" err="1"/>
              <a:t>тоді</a:t>
            </a:r>
            <a:r>
              <a:rPr lang="ru-RU" dirty="0"/>
              <a:t>. </a:t>
            </a:r>
            <a:r>
              <a:rPr lang="ru-RU" dirty="0" err="1"/>
              <a:t>Пізніші</a:t>
            </a:r>
            <a:r>
              <a:rPr lang="ru-RU" dirty="0"/>
              <a:t> </a:t>
            </a:r>
            <a:r>
              <a:rPr lang="ru-RU" dirty="0" err="1"/>
              <a:t>зміни</a:t>
            </a:r>
            <a:r>
              <a:rPr lang="ru-RU" dirty="0"/>
              <a:t> не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вносити</a:t>
            </a:r>
            <a:r>
              <a:rPr lang="ru-RU" dirty="0"/>
              <a:t>. </a:t>
            </a:r>
            <a:r>
              <a:rPr lang="ru-RU" dirty="0" err="1"/>
              <a:t>Жодна</a:t>
            </a:r>
            <a:r>
              <a:rPr lang="ru-RU" dirty="0"/>
              <a:t> </a:t>
            </a:r>
            <a:r>
              <a:rPr lang="ru-RU" dirty="0" err="1"/>
              <a:t>паралельна</a:t>
            </a:r>
            <a:r>
              <a:rPr lang="ru-RU" dirty="0"/>
              <a:t> робота для </a:t>
            </a:r>
            <a:r>
              <a:rPr lang="ru-RU" dirty="0" err="1"/>
              <a:t>нашої</a:t>
            </a:r>
            <a:r>
              <a:rPr lang="ru-RU" dirty="0"/>
              <a:t> </a:t>
            </a:r>
            <a:r>
              <a:rPr lang="ru-RU" dirty="0" err="1"/>
              <a:t>розробки</a:t>
            </a:r>
            <a:r>
              <a:rPr lang="ru-RU" dirty="0"/>
              <a:t> </a:t>
            </a:r>
            <a:r>
              <a:rPr lang="ru-RU" dirty="0" err="1"/>
              <a:t>програмного</a:t>
            </a:r>
            <a:r>
              <a:rPr lang="ru-RU" dirty="0"/>
              <a:t> </a:t>
            </a:r>
            <a:r>
              <a:rPr lang="ru-RU" dirty="0" err="1"/>
              <a:t>забезпечення</a:t>
            </a:r>
            <a:r>
              <a:rPr lang="ru-RU" dirty="0"/>
              <a:t> в </a:t>
            </a:r>
            <a:r>
              <a:rPr lang="ru-RU" dirty="0" err="1"/>
              <a:t>цій</a:t>
            </a:r>
            <a:r>
              <a:rPr lang="ru-RU" dirty="0"/>
              <a:t> </a:t>
            </a:r>
            <a:r>
              <a:rPr lang="ru-RU" dirty="0" err="1"/>
              <a:t>моделі</a:t>
            </a:r>
            <a:r>
              <a:rPr lang="ru-RU" dirty="0"/>
              <a:t> не </a:t>
            </a:r>
            <a:r>
              <a:rPr lang="ru-RU" dirty="0" err="1"/>
              <a:t>ведеться</a:t>
            </a:r>
            <a:r>
              <a:rPr lang="ru-RU" dirty="0"/>
              <a:t>. </a:t>
            </a:r>
            <a:r>
              <a:rPr lang="ru-RU" dirty="0" err="1"/>
              <a:t>Раніше</a:t>
            </a:r>
            <a:r>
              <a:rPr lang="ru-RU" dirty="0"/>
              <a:t> </a:t>
            </a:r>
            <a:r>
              <a:rPr lang="ru-RU" dirty="0" err="1"/>
              <a:t>після</a:t>
            </a:r>
            <a:r>
              <a:rPr lang="ru-RU" dirty="0"/>
              <a:t> </a:t>
            </a:r>
            <a:r>
              <a:rPr lang="ru-RU" dirty="0" err="1"/>
              <a:t>фази</a:t>
            </a:r>
            <a:r>
              <a:rPr lang="ru-RU" dirty="0"/>
              <a:t> </a:t>
            </a:r>
            <a:r>
              <a:rPr lang="ru-RU" dirty="0" err="1"/>
              <a:t>планування</a:t>
            </a:r>
            <a:r>
              <a:rPr lang="ru-RU" dirty="0"/>
              <a:t> продукту ми переходимо до </a:t>
            </a:r>
            <a:r>
              <a:rPr lang="ru-RU" dirty="0" err="1"/>
              <a:t>фази</a:t>
            </a:r>
            <a:r>
              <a:rPr lang="ru-RU" dirty="0"/>
              <a:t> </a:t>
            </a:r>
            <a:r>
              <a:rPr lang="ru-RU" dirty="0" err="1"/>
              <a:t>розробки</a:t>
            </a:r>
            <a:r>
              <a:rPr lang="ru-RU" dirty="0"/>
              <a:t> продукту, </a:t>
            </a:r>
            <a:r>
              <a:rPr lang="ru-RU" dirty="0" err="1"/>
              <a:t>потім</a:t>
            </a:r>
            <a:r>
              <a:rPr lang="ru-RU" dirty="0"/>
              <a:t> до </a:t>
            </a:r>
            <a:r>
              <a:rPr lang="ru-RU" dirty="0" err="1"/>
              <a:t>фази</a:t>
            </a:r>
            <a:r>
              <a:rPr lang="ru-RU" dirty="0"/>
              <a:t> </a:t>
            </a:r>
            <a:r>
              <a:rPr lang="ru-RU" dirty="0" err="1"/>
              <a:t>тестування</a:t>
            </a:r>
            <a:r>
              <a:rPr lang="ru-RU" dirty="0"/>
              <a:t>, а </a:t>
            </a:r>
            <a:r>
              <a:rPr lang="ru-RU" dirty="0" err="1"/>
              <a:t>потім</a:t>
            </a:r>
            <a:r>
              <a:rPr lang="ru-RU" dirty="0"/>
              <a:t> до </a:t>
            </a:r>
            <a:r>
              <a:rPr lang="ru-RU" dirty="0" err="1"/>
              <a:t>фази</a:t>
            </a:r>
            <a:r>
              <a:rPr lang="ru-RU" dirty="0"/>
              <a:t> </a:t>
            </a:r>
            <a:r>
              <a:rPr lang="ru-RU" dirty="0" err="1"/>
              <a:t>створення</a:t>
            </a:r>
            <a:r>
              <a:rPr lang="ru-RU" dirty="0"/>
              <a:t> продукту. </a:t>
            </a:r>
            <a:r>
              <a:rPr lang="ru-RU" dirty="0" err="1"/>
              <a:t>Жодних</a:t>
            </a:r>
            <a:r>
              <a:rPr lang="ru-RU" dirty="0"/>
              <a:t> </a:t>
            </a:r>
            <a:r>
              <a:rPr lang="ru-RU" dirty="0" err="1"/>
              <a:t>зусиль</a:t>
            </a:r>
            <a:r>
              <a:rPr lang="ru-RU" dirty="0"/>
              <a:t> не </a:t>
            </a:r>
            <a:r>
              <a:rPr lang="ru-RU" dirty="0" err="1"/>
              <a:t>робиться</a:t>
            </a:r>
            <a:r>
              <a:rPr lang="ru-RU" dirty="0"/>
              <a:t> </a:t>
            </a:r>
            <a:r>
              <a:rPr lang="ru-RU" dirty="0" err="1"/>
              <a:t>паралельно</a:t>
            </a:r>
            <a:r>
              <a:rPr lang="ru-RU" dirty="0"/>
              <a:t>. </a:t>
            </a:r>
          </a:p>
          <a:p>
            <a:pPr marL="0" indent="0" algn="just">
              <a:buNone/>
            </a:pPr>
            <a:r>
              <a:rPr lang="ru-RU" dirty="0" err="1"/>
              <a:t>Отже</a:t>
            </a:r>
            <a:r>
              <a:rPr lang="ru-RU" dirty="0"/>
              <a:t>, </a:t>
            </a:r>
            <a:r>
              <a:rPr lang="ru-RU" dirty="0" err="1"/>
              <a:t>життєвий</a:t>
            </a:r>
            <a:r>
              <a:rPr lang="ru-RU" dirty="0"/>
              <a:t> цикл </a:t>
            </a:r>
            <a:r>
              <a:rPr lang="ru-RU" dirty="0" err="1"/>
              <a:t>випуску</a:t>
            </a:r>
            <a:r>
              <a:rPr lang="ru-RU" dirty="0"/>
              <a:t> </a:t>
            </a:r>
            <a:r>
              <a:rPr lang="ru-RU" dirty="0" err="1"/>
              <a:t>програмного</a:t>
            </a:r>
            <a:r>
              <a:rPr lang="ru-RU" dirty="0"/>
              <a:t> </a:t>
            </a:r>
            <a:r>
              <a:rPr lang="ru-RU" dirty="0" err="1"/>
              <a:t>забезпечення</a:t>
            </a:r>
            <a:r>
              <a:rPr lang="ru-RU" dirty="0"/>
              <a:t> </a:t>
            </a:r>
            <a:r>
              <a:rPr lang="ru-RU" dirty="0" err="1"/>
              <a:t>також</a:t>
            </a:r>
            <a:r>
              <a:rPr lang="ru-RU" dirty="0"/>
              <a:t> </a:t>
            </a:r>
            <a:r>
              <a:rPr lang="ru-RU" dirty="0" err="1"/>
              <a:t>дуже-дуже</a:t>
            </a:r>
            <a:r>
              <a:rPr lang="ru-RU" dirty="0"/>
              <a:t> </a:t>
            </a:r>
            <a:r>
              <a:rPr lang="ru-RU" dirty="0" err="1"/>
              <a:t>довгий</a:t>
            </a:r>
            <a:r>
              <a:rPr lang="ru-RU" dirty="0"/>
              <a:t>. У </a:t>
            </a:r>
            <a:r>
              <a:rPr lang="ru-RU" dirty="0" err="1"/>
              <a:t>циклі</a:t>
            </a:r>
            <a:r>
              <a:rPr lang="ru-RU" dirty="0"/>
              <a:t> </a:t>
            </a:r>
            <a:r>
              <a:rPr lang="ru-RU" dirty="0" err="1"/>
              <a:t>розробки</a:t>
            </a:r>
            <a:r>
              <a:rPr lang="ru-RU" dirty="0"/>
              <a:t> продукту не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запропонувати</a:t>
            </a:r>
            <a:r>
              <a:rPr lang="ru-RU" dirty="0"/>
              <a:t> </a:t>
            </a:r>
            <a:r>
              <a:rPr lang="ru-RU" dirty="0" err="1"/>
              <a:t>жодної</a:t>
            </a:r>
            <a:r>
              <a:rPr lang="ru-RU" dirty="0"/>
              <a:t> </a:t>
            </a:r>
            <a:r>
              <a:rPr lang="ru-RU" dirty="0" err="1"/>
              <a:t>нової</a:t>
            </a:r>
            <a:r>
              <a:rPr lang="ru-RU" dirty="0"/>
              <a:t> </a:t>
            </a:r>
            <a:r>
              <a:rPr lang="ru-RU" dirty="0" err="1"/>
              <a:t>функції</a:t>
            </a:r>
            <a:r>
              <a:rPr lang="ru-RU" dirty="0"/>
              <a:t>. </a:t>
            </a:r>
            <a:r>
              <a:rPr lang="ru-RU" dirty="0" err="1"/>
              <a:t>Немає</a:t>
            </a:r>
            <a:r>
              <a:rPr lang="ru-RU" dirty="0"/>
              <a:t> </a:t>
            </a:r>
            <a:r>
              <a:rPr lang="ru-RU" dirty="0" err="1"/>
              <a:t>можливості</a:t>
            </a:r>
            <a:r>
              <a:rPr lang="ru-RU" dirty="0"/>
              <a:t> </a:t>
            </a:r>
            <a:r>
              <a:rPr lang="ru-RU" dirty="0" err="1"/>
              <a:t>змінити</a:t>
            </a:r>
            <a:r>
              <a:rPr lang="ru-RU" dirty="0"/>
              <a:t> </a:t>
            </a:r>
            <a:r>
              <a:rPr lang="ru-RU" dirty="0" err="1"/>
              <a:t>вимоги</a:t>
            </a:r>
            <a:r>
              <a:rPr lang="ru-RU" dirty="0"/>
              <a:t> </a:t>
            </a:r>
            <a:r>
              <a:rPr lang="ru-RU" dirty="0" err="1"/>
              <a:t>після</a:t>
            </a:r>
            <a:r>
              <a:rPr lang="ru-RU" dirty="0"/>
              <a:t> </a:t>
            </a:r>
            <a:r>
              <a:rPr lang="ru-RU" dirty="0" err="1"/>
              <a:t>завершення</a:t>
            </a:r>
            <a:r>
              <a:rPr lang="ru-RU" dirty="0"/>
              <a:t> </a:t>
            </a:r>
            <a:r>
              <a:rPr lang="ru-RU" dirty="0" err="1"/>
              <a:t>фази</a:t>
            </a:r>
            <a:r>
              <a:rPr lang="ru-RU" dirty="0"/>
              <a:t> </a:t>
            </a:r>
            <a:r>
              <a:rPr lang="ru-RU" dirty="0" err="1"/>
              <a:t>планування</a:t>
            </a:r>
            <a:r>
              <a:rPr lang="ru-RU" dirty="0"/>
              <a:t>. </a:t>
            </a:r>
            <a:r>
              <a:rPr lang="ru-RU" dirty="0" err="1"/>
              <a:t>Крім</a:t>
            </a:r>
            <a:r>
              <a:rPr lang="ru-RU" dirty="0"/>
              <a:t> того, </a:t>
            </a:r>
            <a:r>
              <a:rPr lang="ru-RU" dirty="0" err="1"/>
              <a:t>раніше</a:t>
            </a:r>
            <a:r>
              <a:rPr lang="ru-RU" dirty="0"/>
              <a:t>, </a:t>
            </a:r>
            <a:r>
              <a:rPr lang="ru-RU" dirty="0" err="1"/>
              <a:t>оскільки</a:t>
            </a:r>
            <a:r>
              <a:rPr lang="ru-RU" dirty="0"/>
              <a:t> не </a:t>
            </a:r>
            <a:r>
              <a:rPr lang="ru-RU" dirty="0" err="1"/>
              <a:t>існувало</a:t>
            </a:r>
            <a:r>
              <a:rPr lang="ru-RU" dirty="0"/>
              <a:t> </a:t>
            </a:r>
            <a:r>
              <a:rPr lang="ru-RU" dirty="0" err="1"/>
              <a:t>інтегрованого</a:t>
            </a:r>
            <a:r>
              <a:rPr lang="ru-RU" dirty="0"/>
              <a:t> </a:t>
            </a:r>
            <a:r>
              <a:rPr lang="ru-RU" dirty="0" err="1"/>
              <a:t>механізму</a:t>
            </a:r>
            <a:r>
              <a:rPr lang="ru-RU" dirty="0"/>
              <a:t> </a:t>
            </a:r>
            <a:r>
              <a:rPr lang="ru-RU" dirty="0" err="1"/>
              <a:t>побудови</a:t>
            </a:r>
            <a:r>
              <a:rPr lang="ru-RU" dirty="0"/>
              <a:t>, команда </a:t>
            </a:r>
            <a:r>
              <a:rPr lang="ru-RU" dirty="0" err="1"/>
              <a:t>розробників</a:t>
            </a:r>
            <a:r>
              <a:rPr lang="ru-RU" dirty="0"/>
              <a:t> могла </a:t>
            </a:r>
            <a:r>
              <a:rPr lang="ru-RU" dirty="0" err="1"/>
              <a:t>використовувати</a:t>
            </a:r>
            <a:r>
              <a:rPr lang="ru-RU" dirty="0"/>
              <a:t> </a:t>
            </a:r>
            <a:r>
              <a:rPr lang="ru-RU" dirty="0" err="1"/>
              <a:t>середовище</a:t>
            </a:r>
            <a:r>
              <a:rPr lang="ru-RU" dirty="0"/>
              <a:t>, </a:t>
            </a:r>
            <a:r>
              <a:rPr lang="ru-RU" dirty="0" err="1"/>
              <a:t>тоді</a:t>
            </a:r>
            <a:r>
              <a:rPr lang="ru-RU" dirty="0"/>
              <a:t> як команда </a:t>
            </a:r>
            <a:r>
              <a:rPr lang="ru-RU" dirty="0" err="1"/>
              <a:t>операцій</a:t>
            </a:r>
            <a:r>
              <a:rPr lang="ru-RU" dirty="0"/>
              <a:t> могла </a:t>
            </a:r>
            <a:r>
              <a:rPr lang="ru-RU" dirty="0" err="1"/>
              <a:t>намагатися</a:t>
            </a:r>
            <a:r>
              <a:rPr lang="ru-RU" dirty="0"/>
              <a:t> </a:t>
            </a:r>
            <a:r>
              <a:rPr lang="ru-RU" dirty="0" err="1"/>
              <a:t>підтримувати</a:t>
            </a:r>
            <a:r>
              <a:rPr lang="ru-RU" dirty="0"/>
              <a:t> </a:t>
            </a:r>
            <a:r>
              <a:rPr lang="ru-RU" dirty="0" err="1"/>
              <a:t>його</a:t>
            </a:r>
            <a:r>
              <a:rPr lang="ru-RU" dirty="0"/>
              <a:t> в </a:t>
            </a:r>
            <a:r>
              <a:rPr lang="ru-RU" dirty="0" err="1"/>
              <a:t>іншому</a:t>
            </a:r>
            <a:r>
              <a:rPr lang="ru-RU" dirty="0"/>
              <a:t> </a:t>
            </a:r>
            <a:r>
              <a:rPr lang="ru-RU" dirty="0" err="1"/>
              <a:t>середовищі</a:t>
            </a:r>
            <a:r>
              <a:rPr lang="ru-RU" dirty="0"/>
              <a:t>. </a:t>
            </a:r>
            <a:r>
              <a:rPr lang="ru-RU" dirty="0" err="1"/>
              <a:t>Отже</a:t>
            </a:r>
            <a:r>
              <a:rPr lang="ru-RU" dirty="0"/>
              <a:t>, </a:t>
            </a:r>
            <a:r>
              <a:rPr lang="ru-RU" dirty="0" err="1"/>
              <a:t>під</a:t>
            </a:r>
            <a:r>
              <a:rPr lang="ru-RU" dirty="0"/>
              <a:t> час </a:t>
            </a:r>
            <a:r>
              <a:rPr lang="ru-RU" dirty="0" err="1"/>
              <a:t>інтеграції</a:t>
            </a:r>
            <a:r>
              <a:rPr lang="ru-RU" dirty="0"/>
              <a:t>, </a:t>
            </a:r>
            <a:r>
              <a:rPr lang="ru-RU" dirty="0" err="1"/>
              <a:t>якщо</a:t>
            </a:r>
            <a:r>
              <a:rPr lang="ru-RU" dirty="0"/>
              <a:t> </a:t>
            </a:r>
            <a:r>
              <a:rPr lang="ru-RU" dirty="0" err="1"/>
              <a:t>операційна</a:t>
            </a:r>
            <a:r>
              <a:rPr lang="ru-RU" dirty="0"/>
              <a:t> команда </a:t>
            </a:r>
            <a:r>
              <a:rPr lang="ru-RU" dirty="0" err="1"/>
              <a:t>виявить</a:t>
            </a:r>
            <a:r>
              <a:rPr lang="ru-RU" dirty="0"/>
              <a:t> будь-яку </a:t>
            </a:r>
            <a:r>
              <a:rPr lang="ru-RU" dirty="0" err="1"/>
              <a:t>помилку</a:t>
            </a:r>
            <a:r>
              <a:rPr lang="ru-RU" dirty="0"/>
              <a:t>, команда </a:t>
            </a:r>
            <a:r>
              <a:rPr lang="ru-RU" dirty="0" err="1"/>
              <a:t>розробників</a:t>
            </a:r>
            <a:r>
              <a:rPr lang="ru-RU" dirty="0"/>
              <a:t> </a:t>
            </a:r>
            <a:r>
              <a:rPr lang="ru-RU" dirty="0" err="1"/>
              <a:t>може</a:t>
            </a:r>
            <a:r>
              <a:rPr lang="ru-RU" dirty="0"/>
              <a:t> </a:t>
            </a:r>
            <a:r>
              <a:rPr lang="ru-RU" dirty="0" err="1"/>
              <a:t>відповісти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функція</a:t>
            </a:r>
            <a:r>
              <a:rPr lang="ru-RU" dirty="0"/>
              <a:t> </a:t>
            </a:r>
            <a:r>
              <a:rPr lang="ru-RU" dirty="0" err="1"/>
              <a:t>працює</a:t>
            </a:r>
            <a:r>
              <a:rPr lang="ru-RU" dirty="0"/>
              <a:t> добре в </a:t>
            </a:r>
            <a:r>
              <a:rPr lang="ru-RU" dirty="0" err="1"/>
              <a:t>налаштуваннях</a:t>
            </a:r>
            <a:r>
              <a:rPr lang="ru-RU" dirty="0"/>
              <a:t> </a:t>
            </a:r>
            <a:r>
              <a:rPr lang="ru-RU" dirty="0" err="1"/>
              <a:t>розробника</a:t>
            </a:r>
            <a:r>
              <a:rPr lang="ru-RU" dirty="0"/>
              <a:t>, і вони </a:t>
            </a:r>
            <a:r>
              <a:rPr lang="ru-RU" dirty="0" err="1"/>
              <a:t>можуть</a:t>
            </a:r>
            <a:r>
              <a:rPr lang="ru-RU" dirty="0"/>
              <a:t> </a:t>
            </a:r>
            <a:r>
              <a:rPr lang="ru-RU" dirty="0" err="1"/>
              <a:t>попросити</a:t>
            </a:r>
            <a:r>
              <a:rPr lang="ru-RU" dirty="0"/>
              <a:t> </a:t>
            </a:r>
            <a:r>
              <a:rPr lang="ru-RU" dirty="0" err="1"/>
              <a:t>синхронізувати</a:t>
            </a:r>
            <a:r>
              <a:rPr lang="ru-RU" dirty="0"/>
              <a:t> той </a:t>
            </a:r>
            <a:r>
              <a:rPr lang="ru-RU" dirty="0" err="1"/>
              <a:t>самий</a:t>
            </a:r>
            <a:r>
              <a:rPr lang="ru-RU" dirty="0"/>
              <a:t> </a:t>
            </a:r>
            <a:r>
              <a:rPr lang="ru-RU" dirty="0" err="1"/>
              <a:t>набір</a:t>
            </a:r>
            <a:r>
              <a:rPr lang="ru-RU" dirty="0"/>
              <a:t> </a:t>
            </a:r>
            <a:r>
              <a:rPr lang="ru-RU" dirty="0" err="1"/>
              <a:t>налаштувань</a:t>
            </a:r>
            <a:r>
              <a:rPr lang="ru-RU" dirty="0"/>
              <a:t>. Зараз </a:t>
            </a:r>
            <a:r>
              <a:rPr lang="ru-RU" dirty="0" err="1"/>
              <a:t>різні</a:t>
            </a:r>
            <a:r>
              <a:rPr lang="ru-RU" dirty="0"/>
              <a:t> </a:t>
            </a:r>
            <a:r>
              <a:rPr lang="ru-RU" dirty="0" err="1"/>
              <a:t>команди</a:t>
            </a:r>
            <a:r>
              <a:rPr lang="ru-RU" dirty="0"/>
              <a:t> </a:t>
            </a:r>
            <a:r>
              <a:rPr lang="ru-RU" dirty="0" err="1"/>
              <a:t>розробників</a:t>
            </a:r>
            <a:r>
              <a:rPr lang="ru-RU" dirty="0"/>
              <a:t> </a:t>
            </a:r>
            <a:r>
              <a:rPr lang="ru-RU" dirty="0" err="1"/>
              <a:t>можуть</a:t>
            </a:r>
            <a:r>
              <a:rPr lang="ru-RU" dirty="0"/>
              <a:t> </a:t>
            </a:r>
            <a:r>
              <a:rPr lang="ru-RU" dirty="0" err="1"/>
              <a:t>використовувати</a:t>
            </a:r>
            <a:r>
              <a:rPr lang="ru-RU" dirty="0"/>
              <a:t> </a:t>
            </a:r>
            <a:r>
              <a:rPr lang="ru-RU" dirty="0" err="1"/>
              <a:t>різні</a:t>
            </a:r>
            <a:r>
              <a:rPr lang="ru-RU" dirty="0"/>
              <a:t> </a:t>
            </a:r>
            <a:r>
              <a:rPr lang="ru-RU" dirty="0" err="1"/>
              <a:t>налаштування</a:t>
            </a:r>
            <a:r>
              <a:rPr lang="ru-RU" dirty="0"/>
              <a:t> </a:t>
            </a:r>
            <a:r>
              <a:rPr lang="ru-RU" dirty="0" err="1"/>
              <a:t>розробників</a:t>
            </a:r>
            <a:r>
              <a:rPr lang="ru-RU" dirty="0"/>
              <a:t>. </a:t>
            </a:r>
            <a:r>
              <a:rPr lang="ru-RU" dirty="0" err="1"/>
              <a:t>Команді</a:t>
            </a:r>
            <a:r>
              <a:rPr lang="ru-RU" dirty="0"/>
              <a:t> </a:t>
            </a:r>
            <a:r>
              <a:rPr lang="ru-RU" dirty="0" err="1"/>
              <a:t>інтеграції</a:t>
            </a:r>
            <a:r>
              <a:rPr lang="ru-RU" dirty="0"/>
              <a:t> буде </a:t>
            </a:r>
            <a:r>
              <a:rPr lang="ru-RU" dirty="0" err="1"/>
              <a:t>дуже</a:t>
            </a:r>
            <a:r>
              <a:rPr lang="ru-RU" dirty="0"/>
              <a:t> </a:t>
            </a:r>
            <a:r>
              <a:rPr lang="ru-RU" dirty="0" err="1"/>
              <a:t>важко</a:t>
            </a:r>
            <a:r>
              <a:rPr lang="ru-RU" dirty="0"/>
              <a:t> </a:t>
            </a:r>
            <a:r>
              <a:rPr lang="ru-RU" dirty="0" err="1"/>
              <a:t>синхронізувати</a:t>
            </a:r>
            <a:r>
              <a:rPr lang="ru-RU" dirty="0"/>
              <a:t> </a:t>
            </a:r>
            <a:r>
              <a:rPr lang="ru-RU" dirty="0" err="1"/>
              <a:t>налаштування</a:t>
            </a:r>
            <a:r>
              <a:rPr lang="ru-RU" dirty="0"/>
              <a:t> </a:t>
            </a:r>
            <a:r>
              <a:rPr lang="ru-RU" dirty="0" err="1"/>
              <a:t>кожної</a:t>
            </a:r>
            <a:r>
              <a:rPr lang="ru-RU" dirty="0"/>
              <a:t> </a:t>
            </a:r>
            <a:r>
              <a:rPr lang="ru-RU" dirty="0" err="1"/>
              <a:t>команди</a:t>
            </a:r>
            <a:r>
              <a:rPr lang="ru-RU" dirty="0"/>
              <a:t> </a:t>
            </a:r>
            <a:r>
              <a:rPr lang="ru-RU" dirty="0" err="1"/>
              <a:t>розробників</a:t>
            </a:r>
            <a:r>
              <a:rPr lang="ru-RU" dirty="0"/>
              <a:t>, і </a:t>
            </a:r>
            <a:r>
              <a:rPr lang="ru-RU" dirty="0" err="1"/>
              <a:t>багато</a:t>
            </a:r>
            <a:r>
              <a:rPr lang="ru-RU" dirty="0"/>
              <a:t> часу буде </a:t>
            </a:r>
            <a:r>
              <a:rPr lang="ru-RU" dirty="0" err="1"/>
              <a:t>втрачено</a:t>
            </a:r>
            <a:r>
              <a:rPr lang="ru-RU" dirty="0"/>
              <a:t> </a:t>
            </a:r>
            <a:r>
              <a:rPr lang="ru-RU" dirty="0" err="1"/>
              <a:t>даремно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794564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73149" y="0"/>
            <a:ext cx="7853147" cy="660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4984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1. </a:t>
            </a:r>
            <a:r>
              <a:rPr lang="ru-RU" b="1" dirty="0" err="1"/>
              <a:t>Безперервне</a:t>
            </a:r>
            <a:r>
              <a:rPr lang="ru-RU" b="1" dirty="0"/>
              <a:t> </a:t>
            </a:r>
            <a:r>
              <a:rPr lang="ru-RU" b="1" dirty="0" err="1"/>
              <a:t>бізнес-планування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 err="1"/>
              <a:t>Бізнес-планування</a:t>
            </a:r>
            <a:r>
              <a:rPr lang="ru-RU" dirty="0"/>
              <a:t> </a:t>
            </a:r>
            <a:r>
              <a:rPr lang="ru-RU" dirty="0" err="1"/>
              <a:t>надає</a:t>
            </a:r>
            <a:r>
              <a:rPr lang="ru-RU" dirty="0"/>
              <a:t> нам </a:t>
            </a:r>
            <a:r>
              <a:rPr lang="ru-RU" dirty="0" err="1"/>
              <a:t>вимоги</a:t>
            </a:r>
            <a:r>
              <a:rPr lang="ru-RU" dirty="0"/>
              <a:t> до будь-</a:t>
            </a:r>
            <a:r>
              <a:rPr lang="ru-RU" dirty="0" err="1"/>
              <a:t>якої</a:t>
            </a:r>
            <a:r>
              <a:rPr lang="ru-RU" dirty="0"/>
              <a:t> </a:t>
            </a:r>
            <a:r>
              <a:rPr lang="ru-RU" dirty="0" err="1"/>
              <a:t>нової</a:t>
            </a:r>
            <a:r>
              <a:rPr lang="ru-RU" dirty="0"/>
              <a:t> </a:t>
            </a:r>
            <a:r>
              <a:rPr lang="ru-RU" dirty="0" err="1"/>
              <a:t>функції</a:t>
            </a:r>
            <a:r>
              <a:rPr lang="ru-RU" dirty="0"/>
              <a:t>. У </a:t>
            </a:r>
            <a:r>
              <a:rPr lang="ru-RU" dirty="0" err="1"/>
              <a:t>моделі</a:t>
            </a:r>
            <a:r>
              <a:rPr lang="ru-RU" dirty="0"/>
              <a:t> </a:t>
            </a:r>
            <a:r>
              <a:rPr lang="en-US" dirty="0"/>
              <a:t>Waterfall, </a:t>
            </a:r>
            <a:r>
              <a:rPr lang="ru-RU" dirty="0"/>
              <a:t>коли </a:t>
            </a:r>
            <a:r>
              <a:rPr lang="ru-RU" dirty="0" err="1"/>
              <a:t>вимоги</a:t>
            </a:r>
            <a:r>
              <a:rPr lang="ru-RU" dirty="0"/>
              <a:t> </a:t>
            </a:r>
            <a:r>
              <a:rPr lang="ru-RU" dirty="0" err="1"/>
              <a:t>виправлено</a:t>
            </a:r>
            <a:r>
              <a:rPr lang="ru-RU" dirty="0"/>
              <a:t> та </a:t>
            </a:r>
            <a:r>
              <a:rPr lang="ru-RU" dirty="0" err="1"/>
              <a:t>розпочато</a:t>
            </a:r>
            <a:r>
              <a:rPr lang="ru-RU" dirty="0"/>
              <a:t> </a:t>
            </a:r>
            <a:r>
              <a:rPr lang="ru-RU" dirty="0" err="1"/>
              <a:t>розробку</a:t>
            </a:r>
            <a:r>
              <a:rPr lang="ru-RU" dirty="0"/>
              <a:t>, ми не </a:t>
            </a:r>
            <a:r>
              <a:rPr lang="ru-RU" dirty="0" err="1"/>
              <a:t>можемо</a:t>
            </a:r>
            <a:r>
              <a:rPr lang="ru-RU" dirty="0"/>
              <a:t> </a:t>
            </a:r>
            <a:r>
              <a:rPr lang="ru-RU" dirty="0" err="1"/>
              <a:t>додавати</a:t>
            </a:r>
            <a:r>
              <a:rPr lang="ru-RU" dirty="0"/>
              <a:t> </a:t>
            </a:r>
            <a:r>
              <a:rPr lang="ru-RU" dirty="0" err="1"/>
              <a:t>нові</a:t>
            </a:r>
            <a:r>
              <a:rPr lang="ru-RU" dirty="0"/>
              <a:t> </a:t>
            </a:r>
            <a:r>
              <a:rPr lang="ru-RU" dirty="0" err="1"/>
              <a:t>вимоги</a:t>
            </a:r>
            <a:r>
              <a:rPr lang="ru-RU" dirty="0"/>
              <a:t> </a:t>
            </a:r>
            <a:r>
              <a:rPr lang="ru-RU" dirty="0" err="1"/>
              <a:t>чи</a:t>
            </a:r>
            <a:r>
              <a:rPr lang="ru-RU" dirty="0"/>
              <a:t> </a:t>
            </a:r>
            <a:r>
              <a:rPr lang="ru-RU" dirty="0" err="1"/>
              <a:t>змінювати</a:t>
            </a:r>
            <a:r>
              <a:rPr lang="ru-RU" dirty="0"/>
              <a:t> будь-</a:t>
            </a:r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вимоги</a:t>
            </a:r>
            <a:r>
              <a:rPr lang="ru-RU" dirty="0"/>
              <a:t>. Але в </a:t>
            </a:r>
            <a:r>
              <a:rPr lang="ru-RU" dirty="0" err="1"/>
              <a:t>моделі</a:t>
            </a:r>
            <a:r>
              <a:rPr lang="ru-RU" dirty="0"/>
              <a:t> </a:t>
            </a:r>
            <a:r>
              <a:rPr lang="en-US" dirty="0" err="1"/>
              <a:t>DevOps</a:t>
            </a:r>
            <a:r>
              <a:rPr lang="en-US" dirty="0"/>
              <a:t> </a:t>
            </a:r>
            <a:r>
              <a:rPr lang="ru-RU" dirty="0"/>
              <a:t>і за </a:t>
            </a:r>
            <a:r>
              <a:rPr lang="ru-RU" dirty="0" err="1"/>
              <a:t>допомогою</a:t>
            </a:r>
            <a:r>
              <a:rPr lang="ru-RU" dirty="0"/>
              <a:t> </a:t>
            </a:r>
            <a:r>
              <a:rPr lang="ru-RU" dirty="0" err="1"/>
              <a:t>інструментів</a:t>
            </a:r>
            <a:r>
              <a:rPr lang="ru-RU" dirty="0"/>
              <a:t> </a:t>
            </a:r>
            <a:r>
              <a:rPr lang="en-US" dirty="0" err="1"/>
              <a:t>DevOps</a:t>
            </a:r>
            <a:r>
              <a:rPr lang="en-US" dirty="0"/>
              <a:t>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постійно</a:t>
            </a:r>
            <a:r>
              <a:rPr lang="ru-RU" dirty="0"/>
              <a:t> </a:t>
            </a:r>
            <a:r>
              <a:rPr lang="ru-RU" dirty="0" err="1"/>
              <a:t>розміщувати</a:t>
            </a:r>
            <a:r>
              <a:rPr lang="ru-RU" dirty="0"/>
              <a:t> </a:t>
            </a:r>
            <a:r>
              <a:rPr lang="ru-RU" dirty="0" err="1"/>
              <a:t>нові</a:t>
            </a:r>
            <a:r>
              <a:rPr lang="ru-RU" dirty="0"/>
              <a:t> </a:t>
            </a:r>
            <a:r>
              <a:rPr lang="ru-RU" dirty="0" err="1"/>
              <a:t>вимоги</a:t>
            </a:r>
            <a:r>
              <a:rPr lang="ru-RU" dirty="0"/>
              <a:t> до </a:t>
            </a:r>
            <a:r>
              <a:rPr lang="ru-RU" dirty="0" err="1"/>
              <a:t>функцій</a:t>
            </a:r>
            <a:r>
              <a:rPr lang="ru-RU" dirty="0"/>
              <a:t> і </a:t>
            </a:r>
            <a:r>
              <a:rPr lang="ru-RU" dirty="0" err="1"/>
              <a:t>виконувати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. </a:t>
            </a:r>
            <a:r>
              <a:rPr lang="ru-RU" dirty="0" err="1"/>
              <a:t>Версія</a:t>
            </a:r>
            <a:r>
              <a:rPr lang="ru-RU" dirty="0"/>
              <a:t> продукту </a:t>
            </a:r>
            <a:r>
              <a:rPr lang="ru-RU" dirty="0" err="1"/>
              <a:t>визначається</a:t>
            </a:r>
            <a:r>
              <a:rPr lang="ru-RU" dirty="0"/>
              <a:t> на </a:t>
            </a:r>
            <a:r>
              <a:rPr lang="ru-RU" dirty="0" err="1"/>
              <a:t>етапі</a:t>
            </a:r>
            <a:r>
              <a:rPr lang="ru-RU" dirty="0"/>
              <a:t> </a:t>
            </a:r>
            <a:r>
              <a:rPr lang="ru-RU" dirty="0" err="1"/>
              <a:t>планування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016497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2. </a:t>
            </a:r>
            <a:r>
              <a:rPr lang="ru-RU" b="1" dirty="0" err="1"/>
              <a:t>Спільний</a:t>
            </a:r>
            <a:r>
              <a:rPr lang="ru-RU" b="1" dirty="0"/>
              <a:t> </a:t>
            </a:r>
            <a:r>
              <a:rPr lang="ru-RU" b="1" dirty="0" err="1"/>
              <a:t>розвиток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i="1" dirty="0" err="1"/>
              <a:t>Спільна</a:t>
            </a:r>
            <a:r>
              <a:rPr lang="ru-RU" i="1" dirty="0"/>
              <a:t> </a:t>
            </a:r>
            <a:r>
              <a:rPr lang="ru-RU" i="1" dirty="0" err="1"/>
              <a:t>розробка</a:t>
            </a:r>
            <a:r>
              <a:rPr lang="ru-RU" i="1" dirty="0"/>
              <a:t> — </a:t>
            </a:r>
            <a:r>
              <a:rPr lang="ru-RU" i="1" dirty="0" err="1"/>
              <a:t>це</a:t>
            </a:r>
            <a:r>
              <a:rPr lang="ru-RU" i="1" dirty="0"/>
              <a:t> </a:t>
            </a:r>
            <a:r>
              <a:rPr lang="ru-RU" i="1" dirty="0" err="1"/>
              <a:t>безперервний</a:t>
            </a:r>
            <a:r>
              <a:rPr lang="ru-RU" i="1" dirty="0"/>
              <a:t> </a:t>
            </a:r>
            <a:r>
              <a:rPr lang="ru-RU" i="1" dirty="0" err="1"/>
              <a:t>процес</a:t>
            </a:r>
            <a:r>
              <a:rPr lang="ru-RU" i="1" dirty="0"/>
              <a:t> </a:t>
            </a:r>
            <a:r>
              <a:rPr lang="ru-RU" i="1" dirty="0" err="1"/>
              <a:t>розробки</a:t>
            </a:r>
            <a:r>
              <a:rPr lang="ru-RU" i="1" dirty="0"/>
              <a:t>, </a:t>
            </a:r>
            <a:r>
              <a:rPr lang="ru-RU" i="1" dirty="0" err="1"/>
              <a:t>який</a:t>
            </a:r>
            <a:r>
              <a:rPr lang="ru-RU" i="1" dirty="0"/>
              <a:t> </a:t>
            </a:r>
            <a:r>
              <a:rPr lang="ru-RU" i="1" dirty="0" err="1"/>
              <a:t>забезпечує</a:t>
            </a:r>
            <a:r>
              <a:rPr lang="ru-RU" i="1" dirty="0"/>
              <a:t> </a:t>
            </a:r>
            <a:r>
              <a:rPr lang="ru-RU" i="1" dirty="0" err="1"/>
              <a:t>розробку</a:t>
            </a:r>
            <a:r>
              <a:rPr lang="ru-RU" i="1" dirty="0"/>
              <a:t> </a:t>
            </a:r>
            <a:r>
              <a:rPr lang="ru-RU" i="1" dirty="0" err="1"/>
              <a:t>окремих</a:t>
            </a:r>
            <a:r>
              <a:rPr lang="ru-RU" i="1" dirty="0"/>
              <a:t> </a:t>
            </a:r>
            <a:r>
              <a:rPr lang="ru-RU" i="1" dirty="0" err="1"/>
              <a:t>функцій</a:t>
            </a:r>
            <a:r>
              <a:rPr lang="ru-RU" i="1" dirty="0"/>
              <a:t> </a:t>
            </a:r>
            <a:r>
              <a:rPr lang="ru-RU" i="1" dirty="0" err="1"/>
              <a:t>різними</a:t>
            </a:r>
            <a:r>
              <a:rPr lang="ru-RU" i="1" dirty="0"/>
              <a:t> командами </a:t>
            </a:r>
            <a:r>
              <a:rPr lang="ru-RU" i="1" dirty="0" err="1"/>
              <a:t>незалежно</a:t>
            </a:r>
            <a:r>
              <a:rPr lang="ru-RU" i="1" dirty="0"/>
              <a:t>. І </a:t>
            </a:r>
            <a:r>
              <a:rPr lang="ru-RU" i="1" dirty="0" err="1"/>
              <a:t>оскільки</a:t>
            </a:r>
            <a:r>
              <a:rPr lang="ru-RU" i="1" dirty="0"/>
              <a:t> </a:t>
            </a:r>
            <a:r>
              <a:rPr lang="ru-RU" i="1" dirty="0" err="1"/>
              <a:t>розробка</a:t>
            </a:r>
            <a:r>
              <a:rPr lang="ru-RU" i="1" dirty="0"/>
              <a:t> </a:t>
            </a:r>
            <a:r>
              <a:rPr lang="ru-RU" i="1" dirty="0" err="1"/>
              <a:t>також</a:t>
            </a:r>
            <a:r>
              <a:rPr lang="ru-RU" i="1" dirty="0"/>
              <a:t> </a:t>
            </a:r>
            <a:r>
              <a:rPr lang="ru-RU" i="1" dirty="0" err="1"/>
              <a:t>дотримується</a:t>
            </a:r>
            <a:r>
              <a:rPr lang="ru-RU" i="1" dirty="0"/>
              <a:t> </a:t>
            </a:r>
            <a:r>
              <a:rPr lang="ru-RU" i="1" dirty="0" err="1"/>
              <a:t>техніки</a:t>
            </a:r>
            <a:r>
              <a:rPr lang="ru-RU" i="1" dirty="0"/>
              <a:t> темного запуску, </a:t>
            </a:r>
            <a:r>
              <a:rPr lang="ru-RU" i="1" dirty="0" err="1"/>
              <a:t>інструмент</a:t>
            </a:r>
            <a:r>
              <a:rPr lang="ru-RU" i="1" dirty="0"/>
              <a:t> контролю </a:t>
            </a:r>
            <a:r>
              <a:rPr lang="ru-RU" i="1" dirty="0" err="1"/>
              <a:t>версій</a:t>
            </a:r>
            <a:r>
              <a:rPr lang="ru-RU" i="1" dirty="0"/>
              <a:t> є </a:t>
            </a:r>
            <a:r>
              <a:rPr lang="ru-RU" i="1" dirty="0" err="1"/>
              <a:t>дуже</a:t>
            </a:r>
            <a:r>
              <a:rPr lang="ru-RU" i="1" dirty="0"/>
              <a:t> </a:t>
            </a:r>
            <a:r>
              <a:rPr lang="ru-RU" i="1" dirty="0" err="1"/>
              <a:t>важливим</a:t>
            </a:r>
            <a:r>
              <a:rPr lang="ru-RU" i="1" dirty="0"/>
              <a:t> для </a:t>
            </a:r>
            <a:r>
              <a:rPr lang="ru-RU" i="1" dirty="0" err="1"/>
              <a:t>розробки</a:t>
            </a:r>
            <a:r>
              <a:rPr lang="ru-RU" i="1" dirty="0"/>
              <a:t>. І як ми </a:t>
            </a:r>
            <a:r>
              <a:rPr lang="ru-RU" i="1" dirty="0" err="1"/>
              <a:t>всі</a:t>
            </a:r>
            <a:r>
              <a:rPr lang="ru-RU" i="1" dirty="0"/>
              <a:t> </a:t>
            </a:r>
            <a:r>
              <a:rPr lang="ru-RU" i="1" dirty="0" err="1"/>
              <a:t>можемо</a:t>
            </a:r>
            <a:r>
              <a:rPr lang="ru-RU" i="1" dirty="0"/>
              <a:t> знати, </a:t>
            </a:r>
            <a:r>
              <a:rPr lang="en-US" i="1" dirty="0" err="1"/>
              <a:t>Git</a:t>
            </a:r>
            <a:r>
              <a:rPr lang="en-US" i="1" dirty="0"/>
              <a:t> </a:t>
            </a:r>
            <a:r>
              <a:rPr lang="ru-RU" i="1" dirty="0"/>
              <a:t>є </a:t>
            </a:r>
            <a:r>
              <a:rPr lang="ru-RU" i="1" dirty="0" err="1"/>
              <a:t>найпопулярнішим</a:t>
            </a:r>
            <a:r>
              <a:rPr lang="ru-RU" i="1" dirty="0"/>
              <a:t> </a:t>
            </a:r>
            <a:r>
              <a:rPr lang="ru-RU" i="1" dirty="0" err="1"/>
              <a:t>інструментом</a:t>
            </a:r>
            <a:r>
              <a:rPr lang="ru-RU" i="1" dirty="0"/>
              <a:t> </a:t>
            </a:r>
            <a:r>
              <a:rPr lang="ru-RU" b="1" i="1" dirty="0"/>
              <a:t>контролю </a:t>
            </a:r>
            <a:r>
              <a:rPr lang="ru-RU" b="1" i="1" dirty="0" err="1"/>
              <a:t>версій</a:t>
            </a:r>
            <a:r>
              <a:rPr lang="ru-RU" i="1" dirty="0"/>
              <a:t> 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471507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3. </a:t>
            </a:r>
            <a:r>
              <a:rPr lang="ru-RU" b="1" dirty="0" err="1"/>
              <a:t>Постійне</a:t>
            </a:r>
            <a:r>
              <a:rPr lang="ru-RU" b="1" dirty="0"/>
              <a:t> </a:t>
            </a:r>
            <a:r>
              <a:rPr lang="ru-RU" b="1" dirty="0" err="1"/>
              <a:t>тестування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algn="just"/>
            <a:r>
              <a:rPr lang="ru-RU" i="1" dirty="0" err="1"/>
              <a:t>Кожна</a:t>
            </a:r>
            <a:r>
              <a:rPr lang="ru-RU" i="1" dirty="0"/>
              <a:t> </a:t>
            </a:r>
            <a:r>
              <a:rPr lang="ru-RU" i="1" dirty="0" err="1"/>
              <a:t>версія</a:t>
            </a:r>
            <a:r>
              <a:rPr lang="ru-RU" i="1" dirty="0"/>
              <a:t> </a:t>
            </a:r>
            <a:r>
              <a:rPr lang="ru-RU" i="1" dirty="0" err="1"/>
              <a:t>функції</a:t>
            </a:r>
            <a:r>
              <a:rPr lang="ru-RU" i="1" dirty="0"/>
              <a:t> </a:t>
            </a:r>
            <a:r>
              <a:rPr lang="ru-RU" i="1" dirty="0" err="1"/>
              <a:t>постійно</a:t>
            </a:r>
            <a:r>
              <a:rPr lang="ru-RU" i="1" dirty="0"/>
              <a:t> </a:t>
            </a:r>
            <a:r>
              <a:rPr lang="ru-RU" i="1" dirty="0" err="1"/>
              <a:t>перевіряється</a:t>
            </a:r>
            <a:r>
              <a:rPr lang="ru-RU" i="1" dirty="0"/>
              <a:t> </a:t>
            </a:r>
            <a:r>
              <a:rPr lang="ru-RU" i="1" dirty="0" err="1"/>
              <a:t>тестовими</a:t>
            </a:r>
            <a:r>
              <a:rPr lang="ru-RU" i="1" dirty="0"/>
              <a:t> </a:t>
            </a:r>
            <a:r>
              <a:rPr lang="ru-RU" i="1" dirty="0" err="1"/>
              <a:t>групами</a:t>
            </a:r>
            <a:r>
              <a:rPr lang="ru-RU" i="1" dirty="0"/>
              <a:t>, </a:t>
            </a:r>
            <a:r>
              <a:rPr lang="ru-RU" i="1" dirty="0" err="1"/>
              <a:t>щоб</a:t>
            </a:r>
            <a:r>
              <a:rPr lang="ru-RU" i="1" dirty="0"/>
              <a:t> </a:t>
            </a:r>
            <a:r>
              <a:rPr lang="ru-RU" i="1" dirty="0" err="1"/>
              <a:t>переконатися</a:t>
            </a:r>
            <a:r>
              <a:rPr lang="ru-RU" i="1" dirty="0"/>
              <a:t>, </a:t>
            </a:r>
            <a:r>
              <a:rPr lang="ru-RU" i="1" dirty="0" err="1"/>
              <a:t>що</a:t>
            </a:r>
            <a:r>
              <a:rPr lang="ru-RU" i="1" dirty="0"/>
              <a:t> вона </a:t>
            </a:r>
            <a:r>
              <a:rPr lang="ru-RU" i="1" dirty="0" err="1"/>
              <a:t>функціонально</a:t>
            </a:r>
            <a:r>
              <a:rPr lang="ru-RU" i="1" dirty="0"/>
              <a:t> точна, а </a:t>
            </a:r>
            <a:r>
              <a:rPr lang="ru-RU" i="1" dirty="0" err="1"/>
              <a:t>також</a:t>
            </a:r>
            <a:r>
              <a:rPr lang="ru-RU" i="1" dirty="0"/>
              <a:t> </a:t>
            </a:r>
            <a:r>
              <a:rPr lang="ru-RU" i="1" dirty="0" err="1"/>
              <a:t>найкраща</a:t>
            </a:r>
            <a:r>
              <a:rPr lang="ru-RU" i="1" dirty="0"/>
              <a:t> з точки </a:t>
            </a:r>
            <a:r>
              <a:rPr lang="ru-RU" i="1" dirty="0" err="1"/>
              <a:t>зору</a:t>
            </a:r>
            <a:r>
              <a:rPr lang="ru-RU" i="1" dirty="0"/>
              <a:t> </a:t>
            </a:r>
            <a:r>
              <a:rPr lang="ru-RU" i="1" dirty="0" err="1"/>
              <a:t>продуктивності</a:t>
            </a:r>
            <a:r>
              <a:rPr lang="ru-RU" i="1" dirty="0"/>
              <a:t>. </a:t>
            </a:r>
            <a:r>
              <a:rPr lang="ru-RU" i="1" dirty="0" err="1"/>
              <a:t>Це</a:t>
            </a:r>
            <a:r>
              <a:rPr lang="ru-RU" i="1" dirty="0"/>
              <a:t> </a:t>
            </a:r>
            <a:r>
              <a:rPr lang="ru-RU" i="1" dirty="0" err="1"/>
              <a:t>називається</a:t>
            </a:r>
            <a:r>
              <a:rPr lang="ru-RU" i="1" dirty="0"/>
              <a:t> </a:t>
            </a:r>
            <a:r>
              <a:rPr lang="ru-RU" i="1" dirty="0" err="1"/>
              <a:t>продуктивністю</a:t>
            </a:r>
            <a:r>
              <a:rPr lang="ru-RU" i="1" dirty="0"/>
              <a:t> та </a:t>
            </a:r>
            <a:r>
              <a:rPr lang="ru-RU" i="1" dirty="0" err="1"/>
              <a:t>функціональним</a:t>
            </a:r>
            <a:r>
              <a:rPr lang="ru-RU" i="1" dirty="0"/>
              <a:t> </a:t>
            </a:r>
            <a:r>
              <a:rPr lang="ru-RU" i="1" dirty="0" err="1"/>
              <a:t>тестуванням</a:t>
            </a:r>
            <a:r>
              <a:rPr lang="ru-RU" i="1" dirty="0"/>
              <a:t>. Перед </a:t>
            </a:r>
            <a:r>
              <a:rPr lang="ru-RU" i="1" dirty="0" err="1"/>
              <a:t>цим</a:t>
            </a:r>
            <a:r>
              <a:rPr lang="ru-RU" i="1" dirty="0"/>
              <a:t> </a:t>
            </a:r>
            <a:r>
              <a:rPr lang="ru-RU" i="1" dirty="0" err="1"/>
              <a:t>розробник</a:t>
            </a:r>
            <a:r>
              <a:rPr lang="ru-RU" i="1" dirty="0"/>
              <a:t> сам проводить </a:t>
            </a:r>
            <a:r>
              <a:rPr lang="ru-RU" i="1" dirty="0" err="1"/>
              <a:t>модульний</a:t>
            </a:r>
            <a:r>
              <a:rPr lang="ru-RU" i="1" dirty="0"/>
              <a:t> тест </a:t>
            </a:r>
            <a:r>
              <a:rPr lang="ru-RU" i="1" dirty="0" err="1"/>
              <a:t>функції</a:t>
            </a:r>
            <a:r>
              <a:rPr lang="ru-RU" i="1" dirty="0"/>
              <a:t>. Команда </a:t>
            </a:r>
            <a:r>
              <a:rPr lang="ru-RU" i="1" dirty="0" err="1"/>
              <a:t>інтеграції</a:t>
            </a:r>
            <a:r>
              <a:rPr lang="ru-RU" i="1" dirty="0"/>
              <a:t> </a:t>
            </a:r>
            <a:r>
              <a:rPr lang="ru-RU" i="1" dirty="0" err="1"/>
              <a:t>також</a:t>
            </a:r>
            <a:r>
              <a:rPr lang="ru-RU" i="1" dirty="0"/>
              <a:t> проводить тести, </a:t>
            </a:r>
            <a:r>
              <a:rPr lang="ru-RU" i="1" dirty="0" err="1"/>
              <a:t>щоб</a:t>
            </a:r>
            <a:r>
              <a:rPr lang="ru-RU" i="1" dirty="0"/>
              <a:t> </a:t>
            </a:r>
            <a:r>
              <a:rPr lang="ru-RU" i="1" dirty="0" err="1"/>
              <a:t>переконатися</a:t>
            </a:r>
            <a:r>
              <a:rPr lang="ru-RU" i="1" dirty="0"/>
              <a:t>, </a:t>
            </a:r>
            <a:r>
              <a:rPr lang="ru-RU" i="1" dirty="0" err="1"/>
              <a:t>що</a:t>
            </a:r>
            <a:r>
              <a:rPr lang="ru-RU" i="1" dirty="0"/>
              <a:t> </a:t>
            </a:r>
            <a:r>
              <a:rPr lang="ru-RU" i="1" dirty="0" err="1"/>
              <a:t>ніде</a:t>
            </a:r>
            <a:r>
              <a:rPr lang="ru-RU" i="1" dirty="0"/>
              <a:t> в </a:t>
            </a:r>
            <a:r>
              <a:rPr lang="ru-RU" i="1" dirty="0" err="1"/>
              <a:t>коді</a:t>
            </a:r>
            <a:r>
              <a:rPr lang="ru-RU" i="1" dirty="0"/>
              <a:t> не використовується </a:t>
            </a:r>
            <a:r>
              <a:rPr lang="ru-RU" i="1" dirty="0" err="1"/>
              <a:t>непідтримуваний</a:t>
            </a:r>
            <a:r>
              <a:rPr lang="ru-RU" i="1" dirty="0"/>
              <a:t> пакет </a:t>
            </a:r>
            <a:r>
              <a:rPr lang="ru-RU" i="1" dirty="0" err="1"/>
              <a:t>або</a:t>
            </a:r>
            <a:r>
              <a:rPr lang="ru-RU" i="1" dirty="0"/>
              <a:t> </a:t>
            </a:r>
            <a:r>
              <a:rPr lang="ru-RU" i="1" dirty="0" err="1"/>
              <a:t>немає</a:t>
            </a:r>
            <a:r>
              <a:rPr lang="ru-RU" i="1" dirty="0"/>
              <a:t> </a:t>
            </a:r>
            <a:r>
              <a:rPr lang="ru-RU" i="1" dirty="0" err="1"/>
              <a:t>вразливості</a:t>
            </a:r>
            <a:r>
              <a:rPr lang="ru-RU" i="1" dirty="0"/>
              <a:t> </a:t>
            </a:r>
            <a:r>
              <a:rPr lang="ru-RU" i="1" dirty="0" err="1"/>
              <a:t>безпеки</a:t>
            </a:r>
            <a:r>
              <a:rPr lang="ru-RU" i="1" dirty="0"/>
              <a:t>. Як правило, </a:t>
            </a:r>
            <a:r>
              <a:rPr lang="ru-RU" i="1" dirty="0" err="1"/>
              <a:t>ці</a:t>
            </a:r>
            <a:r>
              <a:rPr lang="ru-RU" i="1" dirty="0"/>
              <a:t> тести </a:t>
            </a:r>
            <a:r>
              <a:rPr lang="ru-RU" i="1" dirty="0" err="1"/>
              <a:t>виконуються</a:t>
            </a:r>
            <a:r>
              <a:rPr lang="ru-RU" i="1" dirty="0"/>
              <a:t> </a:t>
            </a:r>
            <a:r>
              <a:rPr lang="ru-RU" i="1" dirty="0" err="1"/>
              <a:t>автоматизованими</a:t>
            </a:r>
            <a:r>
              <a:rPr lang="ru-RU" i="1" dirty="0"/>
              <a:t> </a:t>
            </a:r>
            <a:r>
              <a:rPr lang="ru-RU" i="1" dirty="0" err="1"/>
              <a:t>сценаріями</a:t>
            </a:r>
            <a:r>
              <a:rPr lang="ru-RU" i="1" dirty="0"/>
              <a:t>. Сервер </a:t>
            </a:r>
            <a:r>
              <a:rPr lang="en-US" i="1" dirty="0"/>
              <a:t>Jenkins </a:t>
            </a:r>
            <a:r>
              <a:rPr lang="ru-RU" i="1" dirty="0" err="1"/>
              <a:t>може</a:t>
            </a:r>
            <a:r>
              <a:rPr lang="ru-RU" i="1" dirty="0"/>
              <a:t> </a:t>
            </a:r>
            <a:r>
              <a:rPr lang="ru-RU" i="1" dirty="0" err="1"/>
              <a:t>виконувати</a:t>
            </a:r>
            <a:r>
              <a:rPr lang="ru-RU" i="1" dirty="0"/>
              <a:t> тести </a:t>
            </a:r>
            <a:r>
              <a:rPr lang="ru-RU" i="1" dirty="0" err="1"/>
              <a:t>перевірки</a:t>
            </a:r>
            <a:r>
              <a:rPr lang="ru-RU" i="1" dirty="0"/>
              <a:t> та </a:t>
            </a:r>
            <a:r>
              <a:rPr lang="ru-RU" i="1" dirty="0" err="1"/>
              <a:t>підтвердження</a:t>
            </a:r>
            <a:r>
              <a:rPr lang="ru-RU" i="1" dirty="0"/>
              <a:t> за </a:t>
            </a:r>
            <a:r>
              <a:rPr lang="ru-RU" i="1" dirty="0" err="1"/>
              <a:t>допомогою</a:t>
            </a:r>
            <a:r>
              <a:rPr lang="ru-RU" i="1" dirty="0"/>
              <a:t> </a:t>
            </a:r>
            <a:r>
              <a:rPr lang="ru-RU" i="1" dirty="0" err="1"/>
              <a:t>різних</a:t>
            </a:r>
            <a:r>
              <a:rPr lang="ru-RU" i="1" dirty="0"/>
              <a:t> </a:t>
            </a:r>
            <a:r>
              <a:rPr lang="ru-RU" i="1" dirty="0" err="1"/>
              <a:t>інструментів</a:t>
            </a:r>
            <a:r>
              <a:rPr lang="ru-RU" i="1" dirty="0"/>
              <a:t> </a:t>
            </a:r>
            <a:r>
              <a:rPr lang="ru-RU" i="1" dirty="0" err="1"/>
              <a:t>тестування</a:t>
            </a:r>
            <a:r>
              <a:rPr lang="ru-RU" i="1" dirty="0"/>
              <a:t>, таких як </a:t>
            </a:r>
            <a:r>
              <a:rPr lang="en-US" i="1" dirty="0"/>
              <a:t>Selenium. </a:t>
            </a:r>
            <a:r>
              <a:rPr lang="ru-RU" i="1" dirty="0"/>
              <a:t>Тести </a:t>
            </a:r>
            <a:r>
              <a:rPr lang="ru-RU" i="1" dirty="0" err="1"/>
              <a:t>можна</a:t>
            </a:r>
            <a:r>
              <a:rPr lang="ru-RU" i="1" dirty="0"/>
              <a:t> </a:t>
            </a:r>
            <a:r>
              <a:rPr lang="ru-RU" i="1" dirty="0" err="1"/>
              <a:t>виконувати</a:t>
            </a:r>
            <a:r>
              <a:rPr lang="ru-RU" i="1" dirty="0"/>
              <a:t> за </a:t>
            </a:r>
            <a:r>
              <a:rPr lang="ru-RU" i="1" dirty="0" err="1"/>
              <a:t>допомогою</a:t>
            </a:r>
            <a:r>
              <a:rPr lang="ru-RU" i="1" dirty="0"/>
              <a:t> будь-</a:t>
            </a:r>
            <a:r>
              <a:rPr lang="ru-RU" i="1" dirty="0" err="1"/>
              <a:t>якого</a:t>
            </a:r>
            <a:r>
              <a:rPr lang="ru-RU" i="1" dirty="0"/>
              <a:t> </a:t>
            </a:r>
            <a:r>
              <a:rPr lang="ru-RU" i="1" dirty="0" err="1"/>
              <a:t>іншого</a:t>
            </a:r>
            <a:r>
              <a:rPr lang="ru-RU" i="1" dirty="0"/>
              <a:t> методу </a:t>
            </a:r>
            <a:r>
              <a:rPr lang="ru-RU" i="1" dirty="0" err="1"/>
              <a:t>або</a:t>
            </a:r>
            <a:r>
              <a:rPr lang="ru-RU" i="1" dirty="0"/>
              <a:t> </a:t>
            </a:r>
            <a:r>
              <a:rPr lang="ru-RU" i="1" dirty="0" err="1"/>
              <a:t>самостійно</a:t>
            </a:r>
            <a:r>
              <a:rPr lang="ru-RU" i="1" dirty="0"/>
              <a:t> </a:t>
            </a:r>
            <a:r>
              <a:rPr lang="ru-RU" i="1" dirty="0" err="1"/>
              <a:t>написаного</a:t>
            </a:r>
            <a:r>
              <a:rPr lang="ru-RU" i="1" dirty="0"/>
              <a:t> </a:t>
            </a:r>
            <a:r>
              <a:rPr lang="ru-RU" i="1" dirty="0" err="1"/>
              <a:t>сценарію</a:t>
            </a:r>
            <a:r>
              <a:rPr lang="ru-RU" i="1" dirty="0"/>
              <a:t>. </a:t>
            </a:r>
            <a:r>
              <a:rPr lang="ru-RU" i="1" dirty="0" err="1"/>
              <a:t>Основна</a:t>
            </a:r>
            <a:r>
              <a:rPr lang="ru-RU" i="1" dirty="0"/>
              <a:t> </a:t>
            </a:r>
            <a:r>
              <a:rPr lang="ru-RU" i="1" dirty="0" err="1"/>
              <a:t>перевага</a:t>
            </a:r>
            <a:r>
              <a:rPr lang="ru-RU" i="1" dirty="0"/>
              <a:t> </a:t>
            </a:r>
            <a:r>
              <a:rPr lang="ru-RU" i="1" dirty="0" err="1"/>
              <a:t>цього</a:t>
            </a:r>
            <a:r>
              <a:rPr lang="ru-RU" i="1" dirty="0"/>
              <a:t> </a:t>
            </a:r>
            <a:r>
              <a:rPr lang="ru-RU" i="1" dirty="0" err="1"/>
              <a:t>безперервного</a:t>
            </a:r>
            <a:r>
              <a:rPr lang="ru-RU" i="1" dirty="0"/>
              <a:t> </a:t>
            </a:r>
            <a:r>
              <a:rPr lang="ru-RU" i="1" dirty="0" err="1"/>
              <a:t>тестування</a:t>
            </a:r>
            <a:r>
              <a:rPr lang="ru-RU" i="1" dirty="0"/>
              <a:t> </a:t>
            </a:r>
            <a:r>
              <a:rPr lang="ru-RU" i="1" dirty="0" err="1"/>
              <a:t>полягає</a:t>
            </a:r>
            <a:r>
              <a:rPr lang="ru-RU" i="1" dirty="0"/>
              <a:t> в тому, </a:t>
            </a:r>
            <a:r>
              <a:rPr lang="ru-RU" i="1" dirty="0" err="1"/>
              <a:t>що</a:t>
            </a:r>
            <a:r>
              <a:rPr lang="ru-RU" i="1" dirty="0"/>
              <a:t> </a:t>
            </a:r>
            <a:r>
              <a:rPr lang="ru-RU" i="1" dirty="0" err="1"/>
              <a:t>тестування</a:t>
            </a:r>
            <a:r>
              <a:rPr lang="ru-RU" i="1" dirty="0"/>
              <a:t> </a:t>
            </a:r>
            <a:r>
              <a:rPr lang="ru-RU" i="1" dirty="0" err="1"/>
              <a:t>виконується</a:t>
            </a:r>
            <a:r>
              <a:rPr lang="ru-RU" i="1" dirty="0"/>
              <a:t> </a:t>
            </a:r>
            <a:r>
              <a:rPr lang="ru-RU" i="1" dirty="0" err="1"/>
              <a:t>окремо</a:t>
            </a:r>
            <a:r>
              <a:rPr lang="ru-RU" i="1" dirty="0"/>
              <a:t> для кожного невеликого </a:t>
            </a:r>
            <a:r>
              <a:rPr lang="ru-RU" i="1" dirty="0" err="1"/>
              <a:t>випуску</a:t>
            </a:r>
            <a:r>
              <a:rPr lang="ru-RU" i="1" dirty="0"/>
              <a:t>, так </a:t>
            </a:r>
            <a:r>
              <a:rPr lang="ru-RU" i="1" dirty="0" err="1"/>
              <a:t>що</a:t>
            </a:r>
            <a:r>
              <a:rPr lang="ru-RU" i="1" dirty="0"/>
              <a:t> </a:t>
            </a:r>
            <a:r>
              <a:rPr lang="ru-RU" i="1" dirty="0" err="1"/>
              <a:t>пізніше</a:t>
            </a:r>
            <a:r>
              <a:rPr lang="ru-RU" i="1" dirty="0"/>
              <a:t> не </a:t>
            </a:r>
            <a:r>
              <a:rPr lang="ru-RU" i="1" dirty="0" err="1"/>
              <a:t>виникає</a:t>
            </a:r>
            <a:r>
              <a:rPr lang="ru-RU" i="1" dirty="0"/>
              <a:t> </a:t>
            </a:r>
            <a:r>
              <a:rPr lang="ru-RU" i="1" dirty="0" err="1"/>
              <a:t>багато</a:t>
            </a:r>
            <a:r>
              <a:rPr lang="ru-RU" i="1" dirty="0"/>
              <a:t> проблем з </a:t>
            </a:r>
            <a:r>
              <a:rPr lang="ru-RU" i="1" dirty="0" err="1"/>
              <a:t>інтеграцією</a:t>
            </a:r>
            <a:r>
              <a:rPr lang="ru-RU" i="1" dirty="0"/>
              <a:t> </a:t>
            </a:r>
            <a:r>
              <a:rPr lang="ru-RU" i="1" dirty="0" err="1"/>
              <a:t>чи</a:t>
            </a:r>
            <a:r>
              <a:rPr lang="ru-RU" i="1" dirty="0"/>
              <a:t> </a:t>
            </a:r>
            <a:r>
              <a:rPr lang="ru-RU" i="1" dirty="0" err="1"/>
              <a:t>тестуванням</a:t>
            </a:r>
            <a:r>
              <a:rPr lang="ru-RU" i="1" dirty="0"/>
              <a:t> </a:t>
            </a:r>
            <a:r>
              <a:rPr lang="ru-RU" i="1" dirty="0" err="1"/>
              <a:t>під</a:t>
            </a:r>
            <a:r>
              <a:rPr lang="ru-RU" i="1" dirty="0"/>
              <a:t> час </a:t>
            </a:r>
            <a:r>
              <a:rPr lang="ru-RU" i="1" dirty="0" err="1"/>
              <a:t>випуску</a:t>
            </a:r>
            <a:r>
              <a:rPr lang="ru-RU" i="1" dirty="0"/>
              <a:t>. Модель </a:t>
            </a:r>
            <a:r>
              <a:rPr lang="ru-RU" i="1" dirty="0" err="1"/>
              <a:t>безперервного</a:t>
            </a:r>
            <a:r>
              <a:rPr lang="ru-RU" i="1" dirty="0"/>
              <a:t> </a:t>
            </a:r>
            <a:r>
              <a:rPr lang="ru-RU" i="1" dirty="0" err="1"/>
              <a:t>тестування</a:t>
            </a:r>
            <a:r>
              <a:rPr lang="ru-RU" i="1" dirty="0"/>
              <a:t> </a:t>
            </a:r>
            <a:r>
              <a:rPr lang="ru-RU" i="1" dirty="0" err="1"/>
              <a:t>може</a:t>
            </a:r>
            <a:r>
              <a:rPr lang="ru-RU" i="1" dirty="0"/>
              <a:t> </a:t>
            </a:r>
            <a:r>
              <a:rPr lang="ru-RU" i="1" dirty="0" err="1"/>
              <a:t>перевірити</a:t>
            </a:r>
            <a:r>
              <a:rPr lang="ru-RU" i="1" dirty="0"/>
              <a:t>, </a:t>
            </a:r>
            <a:r>
              <a:rPr lang="ru-RU" i="1" dirty="0" err="1"/>
              <a:t>чи</a:t>
            </a:r>
            <a:r>
              <a:rPr lang="ru-RU" i="1" dirty="0"/>
              <a:t> нова </a:t>
            </a:r>
            <a:r>
              <a:rPr lang="ru-RU" i="1" dirty="0" err="1"/>
              <a:t>зміна</a:t>
            </a:r>
            <a:r>
              <a:rPr lang="ru-RU" i="1" dirty="0"/>
              <a:t> </a:t>
            </a:r>
            <a:r>
              <a:rPr lang="ru-RU" i="1" dirty="0" err="1"/>
              <a:t>порушує</a:t>
            </a:r>
            <a:r>
              <a:rPr lang="ru-RU" i="1" dirty="0"/>
              <a:t> </a:t>
            </a:r>
            <a:r>
              <a:rPr lang="ru-RU" i="1" dirty="0" err="1"/>
              <a:t>попередню</a:t>
            </a:r>
            <a:r>
              <a:rPr lang="ru-RU" i="1" dirty="0"/>
              <a:t> </a:t>
            </a:r>
            <a:r>
              <a:rPr lang="ru-RU" i="1" dirty="0" err="1"/>
              <a:t>робочу</a:t>
            </a:r>
            <a:r>
              <a:rPr lang="ru-RU" i="1" dirty="0"/>
              <a:t> </a:t>
            </a:r>
            <a:r>
              <a:rPr lang="ru-RU" i="1" dirty="0" err="1"/>
              <a:t>копію</a:t>
            </a:r>
            <a:r>
              <a:rPr lang="ru-RU" i="1" dirty="0"/>
              <a:t> </a:t>
            </a:r>
            <a:r>
              <a:rPr lang="ru-RU" i="1" dirty="0" err="1"/>
              <a:t>чи</a:t>
            </a:r>
            <a:r>
              <a:rPr lang="ru-RU" i="1" dirty="0"/>
              <a:t> </a:t>
            </a:r>
            <a:r>
              <a:rPr lang="ru-RU" i="1" dirty="0" err="1"/>
              <a:t>ні</a:t>
            </a:r>
            <a:r>
              <a:rPr lang="ru-RU" i="1" dirty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916529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4. </a:t>
            </a:r>
            <a:r>
              <a:rPr lang="ru-RU" b="1" dirty="0" err="1"/>
              <a:t>Безперервний</a:t>
            </a:r>
            <a:r>
              <a:rPr lang="ru-RU" b="1" dirty="0"/>
              <a:t> </a:t>
            </a:r>
            <a:r>
              <a:rPr lang="ru-RU" b="1" dirty="0" err="1"/>
              <a:t>випуск</a:t>
            </a:r>
            <a:r>
              <a:rPr lang="ru-RU" b="1" dirty="0"/>
              <a:t> і </a:t>
            </a:r>
            <a:r>
              <a:rPr lang="ru-RU" b="1" dirty="0" err="1"/>
              <a:t>розгортання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u-RU" dirty="0" err="1"/>
              <a:t>Безперервна</a:t>
            </a:r>
            <a:r>
              <a:rPr lang="ru-RU" dirty="0"/>
              <a:t> </a:t>
            </a:r>
            <a:r>
              <a:rPr lang="ru-RU" dirty="0" err="1"/>
              <a:t>інтеграція</a:t>
            </a:r>
            <a:r>
              <a:rPr lang="ru-RU" dirty="0"/>
              <a:t> (</a:t>
            </a:r>
            <a:r>
              <a:rPr lang="en-US" dirty="0"/>
              <a:t>CI) </a:t>
            </a:r>
            <a:r>
              <a:rPr lang="ru-RU" dirty="0"/>
              <a:t>є </a:t>
            </a:r>
            <a:r>
              <a:rPr lang="ru-RU" dirty="0" err="1"/>
              <a:t>найважливішою</a:t>
            </a:r>
            <a:r>
              <a:rPr lang="ru-RU" dirty="0"/>
              <a:t> </a:t>
            </a:r>
            <a:r>
              <a:rPr lang="ru-RU" dirty="0" err="1"/>
              <a:t>частиною</a:t>
            </a:r>
            <a:r>
              <a:rPr lang="ru-RU" dirty="0"/>
              <a:t> </a:t>
            </a:r>
            <a:r>
              <a:rPr lang="ru-RU" dirty="0" err="1"/>
              <a:t>безперервного</a:t>
            </a:r>
            <a:r>
              <a:rPr lang="ru-RU" dirty="0"/>
              <a:t> </a:t>
            </a:r>
            <a:r>
              <a:rPr lang="ru-RU" dirty="0" err="1"/>
              <a:t>випуску</a:t>
            </a:r>
            <a:r>
              <a:rPr lang="ru-RU" dirty="0"/>
              <a:t>. </a:t>
            </a:r>
            <a:r>
              <a:rPr lang="en-US" dirty="0"/>
              <a:t>CI </a:t>
            </a:r>
            <a:r>
              <a:rPr lang="ru-RU" dirty="0" err="1"/>
              <a:t>пов’язана</a:t>
            </a:r>
            <a:r>
              <a:rPr lang="ru-RU" dirty="0"/>
              <a:t> з </a:t>
            </a:r>
            <a:r>
              <a:rPr lang="ru-RU" dirty="0" err="1"/>
              <a:t>постійним</a:t>
            </a:r>
            <a:r>
              <a:rPr lang="ru-RU" dirty="0"/>
              <a:t> </a:t>
            </a:r>
            <a:r>
              <a:rPr lang="ru-RU" dirty="0" err="1"/>
              <a:t>розгортанням</a:t>
            </a:r>
            <a:r>
              <a:rPr lang="ru-RU" dirty="0"/>
              <a:t> і </a:t>
            </a:r>
            <a:r>
              <a:rPr lang="ru-RU" dirty="0" err="1"/>
              <a:t>безперервною</a:t>
            </a:r>
            <a:r>
              <a:rPr lang="ru-RU" dirty="0"/>
              <a:t> </a:t>
            </a:r>
            <a:r>
              <a:rPr lang="ru-RU" dirty="0" err="1"/>
              <a:t>доставкою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uk-UA" dirty="0"/>
              <a:t>1.</a:t>
            </a:r>
            <a:r>
              <a:rPr lang="en-US" dirty="0"/>
              <a:t>CI </a:t>
            </a:r>
            <a:r>
              <a:rPr lang="ru-RU" dirty="0" err="1"/>
              <a:t>складається</a:t>
            </a:r>
            <a:r>
              <a:rPr lang="ru-RU" dirty="0"/>
              <a:t> з </a:t>
            </a:r>
            <a:r>
              <a:rPr lang="ru-RU" dirty="0" err="1"/>
              <a:t>автоматизованої</a:t>
            </a:r>
            <a:r>
              <a:rPr lang="ru-RU" dirty="0"/>
              <a:t> </a:t>
            </a:r>
            <a:r>
              <a:rPr lang="ru-RU" dirty="0" err="1"/>
              <a:t>збірки</a:t>
            </a:r>
            <a:r>
              <a:rPr lang="ru-RU" dirty="0"/>
              <a:t> та </a:t>
            </a:r>
            <a:r>
              <a:rPr lang="ru-RU" dirty="0" err="1"/>
              <a:t>автоматизованих</a:t>
            </a:r>
            <a:r>
              <a:rPr lang="ru-RU" dirty="0"/>
              <a:t> </a:t>
            </a:r>
            <a:r>
              <a:rPr lang="ru-RU" dirty="0" err="1"/>
              <a:t>тестів</a:t>
            </a:r>
            <a:r>
              <a:rPr lang="ru-RU" dirty="0"/>
              <a:t>.</a:t>
            </a:r>
          </a:p>
          <a:p>
            <a:r>
              <a:rPr lang="ru-RU" dirty="0"/>
              <a:t>2. </a:t>
            </a:r>
            <a:r>
              <a:rPr lang="en-US" dirty="0"/>
              <a:t>CI </a:t>
            </a:r>
            <a:r>
              <a:rPr lang="ru-RU" dirty="0" err="1"/>
              <a:t>допомагає</a:t>
            </a:r>
            <a:r>
              <a:rPr lang="ru-RU" dirty="0"/>
              <a:t> </a:t>
            </a:r>
            <a:r>
              <a:rPr lang="ru-RU" dirty="0" err="1"/>
              <a:t>швидко</a:t>
            </a:r>
            <a:r>
              <a:rPr lang="ru-RU" dirty="0"/>
              <a:t> </a:t>
            </a:r>
            <a:r>
              <a:rPr lang="ru-RU" dirty="0" err="1"/>
              <a:t>виявляти</a:t>
            </a:r>
            <a:r>
              <a:rPr lang="ru-RU" dirty="0"/>
              <a:t> </a:t>
            </a:r>
            <a:r>
              <a:rPr lang="ru-RU" dirty="0" err="1"/>
              <a:t>помилки</a:t>
            </a:r>
            <a:r>
              <a:rPr lang="ru-RU" dirty="0"/>
              <a:t> та </a:t>
            </a:r>
            <a:r>
              <a:rPr lang="ru-RU" dirty="0" err="1"/>
              <a:t>легше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 </a:t>
            </a:r>
            <a:r>
              <a:rPr lang="ru-RU" dirty="0" err="1"/>
              <a:t>знаходити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3. </a:t>
            </a:r>
            <a:r>
              <a:rPr lang="en-US" dirty="0"/>
              <a:t>CI </a:t>
            </a:r>
            <a:r>
              <a:rPr lang="ru-RU" dirty="0" err="1"/>
              <a:t>дуже</a:t>
            </a:r>
            <a:r>
              <a:rPr lang="ru-RU" dirty="0"/>
              <a:t> </a:t>
            </a:r>
            <a:r>
              <a:rPr lang="ru-RU" dirty="0" err="1"/>
              <a:t>допомагає</a:t>
            </a:r>
            <a:r>
              <a:rPr lang="ru-RU" dirty="0"/>
              <a:t> легко та </a:t>
            </a:r>
            <a:r>
              <a:rPr lang="ru-RU" dirty="0" err="1"/>
              <a:t>швидко</a:t>
            </a:r>
            <a:r>
              <a:rPr lang="ru-RU" dirty="0"/>
              <a:t> </a:t>
            </a:r>
            <a:r>
              <a:rPr lang="ru-RU" dirty="0" err="1"/>
              <a:t>знаходити</a:t>
            </a:r>
            <a:r>
              <a:rPr lang="ru-RU" dirty="0"/>
              <a:t> </a:t>
            </a:r>
            <a:r>
              <a:rPr lang="ru-RU" dirty="0" err="1"/>
              <a:t>помилки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4. </a:t>
            </a:r>
            <a:r>
              <a:rPr lang="en-US" dirty="0"/>
              <a:t>CI </a:t>
            </a:r>
            <a:r>
              <a:rPr lang="ru-RU" dirty="0" err="1"/>
              <a:t>повідомляє</a:t>
            </a:r>
            <a:r>
              <a:rPr lang="ru-RU" dirty="0"/>
              <a:t> </a:t>
            </a:r>
            <a:r>
              <a:rPr lang="ru-RU" dirty="0" err="1"/>
              <a:t>відповідальну</a:t>
            </a:r>
            <a:r>
              <a:rPr lang="ru-RU" dirty="0"/>
              <a:t> команду </a:t>
            </a:r>
            <a:r>
              <a:rPr lang="ru-RU" dirty="0" err="1"/>
              <a:t>розробників</a:t>
            </a:r>
            <a:r>
              <a:rPr lang="ru-RU" dirty="0"/>
              <a:t> для </a:t>
            </a:r>
            <a:r>
              <a:rPr lang="ru-RU" dirty="0" err="1"/>
              <a:t>виправлення</a:t>
            </a:r>
            <a:r>
              <a:rPr lang="ru-RU" dirty="0"/>
              <a:t> </a:t>
            </a:r>
            <a:r>
              <a:rPr lang="ru-RU" dirty="0" err="1"/>
              <a:t>помилки</a:t>
            </a:r>
            <a:r>
              <a:rPr lang="ru-RU" dirty="0"/>
              <a:t>, як </a:t>
            </a:r>
            <a:r>
              <a:rPr lang="ru-RU" dirty="0" err="1"/>
              <a:t>тільки</a:t>
            </a:r>
            <a:r>
              <a:rPr lang="ru-RU" dirty="0"/>
              <a:t> вона </a:t>
            </a:r>
            <a:r>
              <a:rPr lang="ru-RU" dirty="0" err="1"/>
              <a:t>її</a:t>
            </a:r>
            <a:r>
              <a:rPr lang="ru-RU" dirty="0"/>
              <a:t> </a:t>
            </a:r>
            <a:r>
              <a:rPr lang="ru-RU" dirty="0" err="1"/>
              <a:t>помічає</a:t>
            </a:r>
            <a:r>
              <a:rPr lang="ru-RU" dirty="0"/>
              <a:t>.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допомагає</a:t>
            </a:r>
            <a:r>
              <a:rPr lang="ru-RU" dirty="0"/>
              <a:t> </a:t>
            </a:r>
            <a:r>
              <a:rPr lang="ru-RU" dirty="0" err="1"/>
              <a:t>команді</a:t>
            </a:r>
            <a:r>
              <a:rPr lang="ru-RU" dirty="0"/>
              <a:t> </a:t>
            </a:r>
            <a:r>
              <a:rPr lang="ru-RU" dirty="0" err="1"/>
              <a:t>розробників</a:t>
            </a:r>
            <a:r>
              <a:rPr lang="ru-RU" dirty="0"/>
              <a:t>, </a:t>
            </a:r>
            <a:r>
              <a:rPr lang="ru-RU" dirty="0" err="1"/>
              <a:t>оскільки</a:t>
            </a:r>
            <a:r>
              <a:rPr lang="ru-RU" dirty="0"/>
              <a:t> команда </a:t>
            </a:r>
            <a:r>
              <a:rPr lang="ru-RU" dirty="0" err="1"/>
              <a:t>розробників</a:t>
            </a:r>
            <a:r>
              <a:rPr lang="ru-RU" dirty="0"/>
              <a:t> не </a:t>
            </a:r>
            <a:r>
              <a:rPr lang="ru-RU" dirty="0" err="1"/>
              <a:t>розробляє</a:t>
            </a:r>
            <a:r>
              <a:rPr lang="ru-RU" dirty="0"/>
              <a:t> </a:t>
            </a:r>
            <a:r>
              <a:rPr lang="ru-RU" dirty="0" err="1"/>
              <a:t>додаткові</a:t>
            </a:r>
            <a:r>
              <a:rPr lang="ru-RU" dirty="0"/>
              <a:t> </a:t>
            </a:r>
            <a:r>
              <a:rPr lang="ru-RU" dirty="0" err="1"/>
              <a:t>функції</a:t>
            </a:r>
            <a:r>
              <a:rPr lang="ru-RU" dirty="0"/>
              <a:t> на несправному </a:t>
            </a:r>
            <a:r>
              <a:rPr lang="ru-RU" dirty="0" err="1"/>
              <a:t>коді</a:t>
            </a:r>
            <a:r>
              <a:rPr lang="ru-RU" dirty="0"/>
              <a:t>, </a:t>
            </a:r>
            <a:r>
              <a:rPr lang="ru-RU" dirty="0" err="1"/>
              <a:t>виправляє</a:t>
            </a:r>
            <a:r>
              <a:rPr lang="ru-RU" dirty="0"/>
              <a:t> </a:t>
            </a:r>
            <a:r>
              <a:rPr lang="ru-RU" dirty="0" err="1"/>
              <a:t>помилку</a:t>
            </a:r>
            <a:r>
              <a:rPr lang="ru-RU" dirty="0"/>
              <a:t>, а </a:t>
            </a:r>
            <a:r>
              <a:rPr lang="ru-RU" dirty="0" err="1"/>
              <a:t>потім</a:t>
            </a:r>
            <a:r>
              <a:rPr lang="ru-RU" dirty="0"/>
              <a:t> </a:t>
            </a:r>
            <a:r>
              <a:rPr lang="ru-RU" dirty="0" err="1"/>
              <a:t>продовжує</a:t>
            </a:r>
            <a:r>
              <a:rPr lang="ru-RU" dirty="0"/>
              <a:t> </a:t>
            </a:r>
            <a:r>
              <a:rPr lang="ru-RU" dirty="0" err="1"/>
              <a:t>додавати</a:t>
            </a:r>
            <a:r>
              <a:rPr lang="ru-RU" dirty="0"/>
              <a:t> </a:t>
            </a:r>
            <a:r>
              <a:rPr lang="ru-RU" dirty="0" err="1"/>
              <a:t>інші</a:t>
            </a:r>
            <a:r>
              <a:rPr lang="ru-RU" dirty="0"/>
              <a:t> </a:t>
            </a:r>
            <a:r>
              <a:rPr lang="ru-RU" dirty="0" err="1"/>
              <a:t>функції</a:t>
            </a:r>
            <a:r>
              <a:rPr lang="ru-RU" dirty="0"/>
              <a:t>.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5356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Проблеми</a:t>
            </a:r>
            <a:r>
              <a:rPr lang="ru-RU" dirty="0"/>
              <a:t>, з </a:t>
            </a:r>
            <a:r>
              <a:rPr lang="ru-RU" dirty="0" err="1"/>
              <a:t>якими</a:t>
            </a:r>
            <a:r>
              <a:rPr lang="ru-RU" dirty="0"/>
              <a:t> ми </a:t>
            </a:r>
            <a:r>
              <a:rPr lang="ru-RU" dirty="0" err="1"/>
              <a:t>стикаємося</a:t>
            </a:r>
            <a:r>
              <a:rPr lang="ru-RU" dirty="0"/>
              <a:t>, коли CI не </a:t>
            </a:r>
            <a:r>
              <a:rPr lang="ru-RU" dirty="0" err="1"/>
              <a:t>реалізовано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7540" y="1600200"/>
            <a:ext cx="6348920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7550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480448"/>
            <a:ext cx="8229600" cy="5645716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ru-RU" dirty="0" err="1"/>
              <a:t>Якщо</a:t>
            </a:r>
            <a:r>
              <a:rPr lang="ru-RU" dirty="0"/>
              <a:t> </a:t>
            </a:r>
            <a:r>
              <a:rPr lang="en-US" dirty="0"/>
              <a:t>CI </a:t>
            </a:r>
            <a:r>
              <a:rPr lang="ru-RU" dirty="0"/>
              <a:t>не </a:t>
            </a:r>
            <a:r>
              <a:rPr lang="ru-RU" dirty="0" err="1"/>
              <a:t>реалізовано</a:t>
            </a:r>
            <a:r>
              <a:rPr lang="ru-RU" dirty="0"/>
              <a:t>, ми </a:t>
            </a:r>
            <a:r>
              <a:rPr lang="ru-RU" dirty="0" err="1"/>
              <a:t>стикаємося</a:t>
            </a:r>
            <a:r>
              <a:rPr lang="ru-RU" dirty="0"/>
              <a:t> з проблемами, </a:t>
            </a:r>
            <a:r>
              <a:rPr lang="ru-RU" dirty="0" err="1"/>
              <a:t>зображеними</a:t>
            </a:r>
            <a:r>
              <a:rPr lang="ru-RU" dirty="0"/>
              <a:t> на </a:t>
            </a:r>
            <a:r>
              <a:rPr lang="ru-RU" dirty="0" err="1"/>
              <a:t>діаграмі</a:t>
            </a:r>
            <a:r>
              <a:rPr lang="ru-RU" dirty="0"/>
              <a:t> </a:t>
            </a:r>
            <a:r>
              <a:rPr lang="ru-RU" dirty="0" err="1"/>
              <a:t>вище</a:t>
            </a:r>
            <a:r>
              <a:rPr lang="ru-RU" dirty="0"/>
              <a:t>. </a:t>
            </a:r>
            <a:r>
              <a:rPr lang="ru-RU" dirty="0" err="1"/>
              <a:t>Тестування</a:t>
            </a:r>
            <a:r>
              <a:rPr lang="ru-RU" dirty="0"/>
              <a:t> </a:t>
            </a:r>
            <a:r>
              <a:rPr lang="ru-RU" dirty="0" err="1"/>
              <a:t>автоматизації</a:t>
            </a:r>
            <a:r>
              <a:rPr lang="ru-RU" dirty="0"/>
              <a:t> </a:t>
            </a:r>
            <a:r>
              <a:rPr lang="ru-RU" dirty="0" err="1"/>
              <a:t>виконується</a:t>
            </a:r>
            <a:r>
              <a:rPr lang="ru-RU" dirty="0"/>
              <a:t> на </a:t>
            </a:r>
            <a:r>
              <a:rPr lang="ru-RU" dirty="0" err="1"/>
              <a:t>набагато</a:t>
            </a:r>
            <a:r>
              <a:rPr lang="ru-RU" dirty="0"/>
              <a:t> </a:t>
            </a:r>
            <a:r>
              <a:rPr lang="ru-RU" dirty="0" err="1"/>
              <a:t>пізнішому</a:t>
            </a:r>
            <a:r>
              <a:rPr lang="ru-RU" dirty="0"/>
              <a:t> </a:t>
            </a:r>
            <a:r>
              <a:rPr lang="ru-RU" dirty="0" err="1"/>
              <a:t>етапі</a:t>
            </a:r>
            <a:r>
              <a:rPr lang="ru-RU" dirty="0"/>
              <a:t>, і </a:t>
            </a:r>
            <a:r>
              <a:rPr lang="ru-RU" dirty="0" err="1"/>
              <a:t>процес</a:t>
            </a:r>
            <a:r>
              <a:rPr lang="ru-RU" dirty="0"/>
              <a:t> </a:t>
            </a:r>
            <a:r>
              <a:rPr lang="ru-RU" dirty="0" err="1"/>
              <a:t>інтеграції</a:t>
            </a:r>
            <a:r>
              <a:rPr lang="ru-RU" dirty="0"/>
              <a:t> </a:t>
            </a:r>
            <a:r>
              <a:rPr lang="ru-RU" dirty="0" err="1"/>
              <a:t>стає</a:t>
            </a:r>
            <a:r>
              <a:rPr lang="ru-RU" dirty="0"/>
              <a:t> </a:t>
            </a:r>
            <a:r>
              <a:rPr lang="ru-RU" dirty="0" err="1"/>
              <a:t>дуже</a:t>
            </a:r>
            <a:r>
              <a:rPr lang="ru-RU" dirty="0"/>
              <a:t> </a:t>
            </a:r>
            <a:r>
              <a:rPr lang="ru-RU" dirty="0" err="1"/>
              <a:t>складним</a:t>
            </a:r>
            <a:r>
              <a:rPr lang="ru-RU" dirty="0"/>
              <a:t>. </a:t>
            </a:r>
            <a:r>
              <a:rPr lang="ru-RU" dirty="0" err="1"/>
              <a:t>Розробникам</a:t>
            </a:r>
            <a:r>
              <a:rPr lang="ru-RU" dirty="0"/>
              <a:t> </a:t>
            </a:r>
            <a:r>
              <a:rPr lang="ru-RU" dirty="0" err="1"/>
              <a:t>також</a:t>
            </a:r>
            <a:r>
              <a:rPr lang="ru-RU" dirty="0"/>
              <a:t> </a:t>
            </a:r>
            <a:r>
              <a:rPr lang="ru-RU" dirty="0" err="1"/>
              <a:t>стає</a:t>
            </a:r>
            <a:r>
              <a:rPr lang="ru-RU" dirty="0"/>
              <a:t> </a:t>
            </a:r>
            <a:r>
              <a:rPr lang="ru-RU" dirty="0" err="1"/>
              <a:t>дуже</a:t>
            </a:r>
            <a:r>
              <a:rPr lang="ru-RU" dirty="0"/>
              <a:t> </a:t>
            </a:r>
            <a:r>
              <a:rPr lang="ru-RU" dirty="0" err="1"/>
              <a:t>важко</a:t>
            </a:r>
            <a:r>
              <a:rPr lang="ru-RU" dirty="0"/>
              <a:t> </a:t>
            </a:r>
            <a:r>
              <a:rPr lang="ru-RU" dirty="0" err="1"/>
              <a:t>з’ясувати</a:t>
            </a:r>
            <a:r>
              <a:rPr lang="ru-RU" dirty="0"/>
              <a:t>, яка </a:t>
            </a:r>
            <a:r>
              <a:rPr lang="ru-RU" dirty="0" err="1"/>
              <a:t>зміна</a:t>
            </a:r>
            <a:r>
              <a:rPr lang="ru-RU" dirty="0"/>
              <a:t> </a:t>
            </a:r>
            <a:r>
              <a:rPr lang="ru-RU" dirty="0" err="1"/>
              <a:t>спричинила</a:t>
            </a:r>
            <a:r>
              <a:rPr lang="ru-RU" dirty="0"/>
              <a:t> проблему, </a:t>
            </a:r>
            <a:r>
              <a:rPr lang="ru-RU" dirty="0" err="1"/>
              <a:t>оскільки</a:t>
            </a:r>
            <a:r>
              <a:rPr lang="ru-RU" dirty="0"/>
              <a:t> </a:t>
            </a:r>
            <a:r>
              <a:rPr lang="ru-RU" dirty="0" err="1"/>
              <a:t>розробники</a:t>
            </a:r>
            <a:r>
              <a:rPr lang="ru-RU" dirty="0"/>
              <a:t> </a:t>
            </a:r>
            <a:r>
              <a:rPr lang="ru-RU" dirty="0" err="1"/>
              <a:t>розробили</a:t>
            </a:r>
            <a:r>
              <a:rPr lang="ru-RU" dirty="0"/>
              <a:t> </a:t>
            </a:r>
            <a:r>
              <a:rPr lang="ru-RU" dirty="0" err="1"/>
              <a:t>багато</a:t>
            </a:r>
            <a:r>
              <a:rPr lang="ru-RU" dirty="0"/>
              <a:t> </a:t>
            </a:r>
            <a:r>
              <a:rPr lang="ru-RU" dirty="0" err="1"/>
              <a:t>функцій</a:t>
            </a:r>
            <a:r>
              <a:rPr lang="ru-RU" dirty="0"/>
              <a:t> </a:t>
            </a:r>
            <a:r>
              <a:rPr lang="ru-RU" dirty="0" err="1"/>
              <a:t>після</a:t>
            </a:r>
            <a:r>
              <a:rPr lang="ru-RU" dirty="0"/>
              <a:t> коду з </a:t>
            </a:r>
            <a:r>
              <a:rPr lang="ru-RU" dirty="0" err="1"/>
              <a:t>помилками</a:t>
            </a:r>
            <a:r>
              <a:rPr lang="ru-RU" dirty="0"/>
              <a:t>. Вся </a:t>
            </a:r>
            <a:r>
              <a:rPr lang="ru-RU" dirty="0" err="1"/>
              <a:t>ця</a:t>
            </a:r>
            <a:r>
              <a:rPr lang="ru-RU" dirty="0"/>
              <a:t> драма </a:t>
            </a:r>
            <a:r>
              <a:rPr lang="ru-RU" dirty="0" err="1"/>
              <a:t>призведе</a:t>
            </a:r>
            <a:r>
              <a:rPr lang="ru-RU" dirty="0"/>
              <a:t> до </a:t>
            </a:r>
            <a:r>
              <a:rPr lang="ru-RU" dirty="0" err="1"/>
              <a:t>значної</a:t>
            </a:r>
            <a:r>
              <a:rPr lang="ru-RU" dirty="0"/>
              <a:t> </a:t>
            </a:r>
            <a:r>
              <a:rPr lang="ru-RU" dirty="0" err="1"/>
              <a:t>затримки</a:t>
            </a:r>
            <a:r>
              <a:rPr lang="ru-RU" dirty="0"/>
              <a:t> </a:t>
            </a:r>
            <a:r>
              <a:rPr lang="ru-RU" dirty="0" err="1"/>
              <a:t>випуску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 err="1"/>
              <a:t>Якщо</a:t>
            </a:r>
            <a:r>
              <a:rPr lang="ru-RU" dirty="0"/>
              <a:t> </a:t>
            </a:r>
            <a:r>
              <a:rPr lang="en-US" dirty="0"/>
              <a:t>CI </a:t>
            </a:r>
            <a:r>
              <a:rPr lang="ru-RU" dirty="0" err="1"/>
              <a:t>ввімкнено</a:t>
            </a:r>
            <a:r>
              <a:rPr lang="ru-RU" dirty="0"/>
              <a:t>, на </a:t>
            </a:r>
            <a:r>
              <a:rPr lang="ru-RU" dirty="0" err="1"/>
              <a:t>етапі</a:t>
            </a:r>
            <a:r>
              <a:rPr lang="ru-RU" dirty="0"/>
              <a:t> </a:t>
            </a:r>
            <a:r>
              <a:rPr lang="ru-RU" dirty="0" err="1"/>
              <a:t>інтеграції</a:t>
            </a:r>
            <a:r>
              <a:rPr lang="ru-RU" dirty="0"/>
              <a:t> </a:t>
            </a:r>
            <a:r>
              <a:rPr lang="ru-RU" dirty="0" err="1"/>
              <a:t>допоможуть</a:t>
            </a:r>
            <a:r>
              <a:rPr lang="ru-RU" dirty="0"/>
              <a:t> </a:t>
            </a:r>
            <a:r>
              <a:rPr lang="ru-RU" dirty="0" err="1"/>
              <a:t>наступні</a:t>
            </a:r>
            <a:r>
              <a:rPr lang="ru-RU" dirty="0"/>
              <a:t> </a:t>
            </a:r>
            <a:r>
              <a:rPr lang="ru-RU" dirty="0" err="1"/>
              <a:t>переваги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en-US" dirty="0"/>
              <a:t>a. </a:t>
            </a:r>
            <a:r>
              <a:rPr lang="ru-RU" dirty="0" err="1"/>
              <a:t>Оскільки</a:t>
            </a:r>
            <a:r>
              <a:rPr lang="ru-RU" dirty="0"/>
              <a:t> </a:t>
            </a:r>
            <a:r>
              <a:rPr lang="ru-RU" dirty="0" err="1"/>
              <a:t>після</a:t>
            </a:r>
            <a:r>
              <a:rPr lang="ru-RU" dirty="0"/>
              <a:t> кожного </a:t>
            </a:r>
            <a:r>
              <a:rPr lang="ru-RU" dirty="0" err="1"/>
              <a:t>коміту</a:t>
            </a:r>
            <a:r>
              <a:rPr lang="ru-RU" dirty="0"/>
              <a:t> </a:t>
            </a:r>
            <a:r>
              <a:rPr lang="ru-RU" dirty="0" err="1"/>
              <a:t>запускається</a:t>
            </a:r>
            <a:r>
              <a:rPr lang="ru-RU" dirty="0"/>
              <a:t> автоматична </a:t>
            </a:r>
            <a:r>
              <a:rPr lang="ru-RU" dirty="0" err="1"/>
              <a:t>збірка</a:t>
            </a:r>
            <a:r>
              <a:rPr lang="ru-RU" dirty="0"/>
              <a:t>, а </a:t>
            </a:r>
            <a:r>
              <a:rPr lang="ru-RU" dirty="0" err="1"/>
              <a:t>потім</a:t>
            </a:r>
            <a:r>
              <a:rPr lang="ru-RU" dirty="0"/>
              <a:t> вона автоматично </a:t>
            </a:r>
            <a:r>
              <a:rPr lang="ru-RU" dirty="0" err="1"/>
              <a:t>розгортається</a:t>
            </a:r>
            <a:r>
              <a:rPr lang="ru-RU" dirty="0"/>
              <a:t> на тестовому </a:t>
            </a:r>
            <a:r>
              <a:rPr lang="ru-RU" dirty="0" err="1"/>
              <a:t>сервері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en-US" dirty="0"/>
              <a:t>b. </a:t>
            </a:r>
            <a:r>
              <a:rPr lang="ru-RU" dirty="0" err="1"/>
              <a:t>Якщо</a:t>
            </a:r>
            <a:r>
              <a:rPr lang="ru-RU" dirty="0"/>
              <a:t> в </a:t>
            </a:r>
            <a:r>
              <a:rPr lang="ru-RU" dirty="0" err="1"/>
              <a:t>коді</a:t>
            </a:r>
            <a:r>
              <a:rPr lang="ru-RU" dirty="0"/>
              <a:t> є </a:t>
            </a:r>
            <a:r>
              <a:rPr lang="ru-RU" dirty="0" err="1"/>
              <a:t>якась</a:t>
            </a:r>
            <a:r>
              <a:rPr lang="ru-RU" dirty="0"/>
              <a:t> </a:t>
            </a:r>
            <a:r>
              <a:rPr lang="ru-RU" dirty="0" err="1"/>
              <a:t>помилка</a:t>
            </a:r>
            <a:r>
              <a:rPr lang="ru-RU" dirty="0"/>
              <a:t>, </a:t>
            </a:r>
            <a:r>
              <a:rPr lang="ru-RU" dirty="0" err="1"/>
              <a:t>розробникам</a:t>
            </a:r>
            <a:r>
              <a:rPr lang="ru-RU" dirty="0"/>
              <a:t> </a:t>
            </a:r>
            <a:r>
              <a:rPr lang="ru-RU" dirty="0" err="1"/>
              <a:t>потрібно</a:t>
            </a:r>
            <a:r>
              <a:rPr lang="ru-RU" dirty="0"/>
              <a:t> внести </a:t>
            </a:r>
            <a:r>
              <a:rPr lang="ru-RU" dirty="0" err="1"/>
              <a:t>зміни</a:t>
            </a:r>
            <a:r>
              <a:rPr lang="ru-RU" dirty="0"/>
              <a:t> </a:t>
            </a:r>
            <a:r>
              <a:rPr lang="ru-RU" dirty="0" err="1"/>
              <a:t>лише</a:t>
            </a:r>
            <a:r>
              <a:rPr lang="ru-RU" dirty="0"/>
              <a:t> в </a:t>
            </a:r>
            <a:r>
              <a:rPr lang="ru-RU" dirty="0" err="1"/>
              <a:t>цей</a:t>
            </a:r>
            <a:r>
              <a:rPr lang="ru-RU" dirty="0"/>
              <a:t> </a:t>
            </a:r>
            <a:r>
              <a:rPr lang="ru-RU" dirty="0" err="1"/>
              <a:t>конкретний</a:t>
            </a:r>
            <a:r>
              <a:rPr lang="ru-RU" dirty="0"/>
              <a:t> </a:t>
            </a:r>
            <a:r>
              <a:rPr lang="ru-RU" dirty="0" err="1"/>
              <a:t>комміт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в.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збільшує</a:t>
            </a:r>
            <a:r>
              <a:rPr lang="ru-RU" dirty="0"/>
              <a:t> частоту </a:t>
            </a:r>
            <a:r>
              <a:rPr lang="ru-RU" dirty="0" err="1"/>
              <a:t>випусків</a:t>
            </a:r>
            <a:r>
              <a:rPr lang="ru-RU" dirty="0"/>
              <a:t> </a:t>
            </a:r>
            <a:r>
              <a:rPr lang="ru-RU" dirty="0" err="1"/>
              <a:t>програмного</a:t>
            </a:r>
            <a:r>
              <a:rPr lang="ru-RU" dirty="0"/>
              <a:t> </a:t>
            </a:r>
            <a:r>
              <a:rPr lang="ru-RU" dirty="0" err="1"/>
              <a:t>забезпечення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en-US" dirty="0"/>
              <a:t>d. </a:t>
            </a:r>
            <a:r>
              <a:rPr lang="ru-RU" dirty="0" err="1"/>
              <a:t>Зацікавленим</a:t>
            </a:r>
            <a:r>
              <a:rPr lang="ru-RU" dirty="0"/>
              <a:t> командам </a:t>
            </a:r>
            <a:r>
              <a:rPr lang="ru-RU" dirty="0" err="1"/>
              <a:t>завжди</a:t>
            </a:r>
            <a:r>
              <a:rPr lang="ru-RU" dirty="0"/>
              <a:t> </a:t>
            </a:r>
            <a:r>
              <a:rPr lang="ru-RU" dirty="0" err="1"/>
              <a:t>надається</a:t>
            </a:r>
            <a:r>
              <a:rPr lang="ru-RU" dirty="0"/>
              <a:t> </a:t>
            </a:r>
            <a:r>
              <a:rPr lang="ru-RU" dirty="0" err="1"/>
              <a:t>відповідний</a:t>
            </a:r>
            <a:r>
              <a:rPr lang="ru-RU" dirty="0"/>
              <a:t> </a:t>
            </a:r>
            <a:r>
              <a:rPr lang="ru-RU" dirty="0" err="1"/>
              <a:t>відгук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д. </a:t>
            </a:r>
            <a:r>
              <a:rPr lang="en-US" dirty="0"/>
              <a:t>CI </a:t>
            </a:r>
            <a:r>
              <a:rPr lang="ru-RU" dirty="0" err="1"/>
              <a:t>допомагає</a:t>
            </a:r>
            <a:r>
              <a:rPr lang="ru-RU" dirty="0"/>
              <a:t> </a:t>
            </a:r>
            <a:r>
              <a:rPr lang="ru-RU" dirty="0" err="1"/>
              <a:t>виявити</a:t>
            </a:r>
            <a:r>
              <a:rPr lang="ru-RU" dirty="0"/>
              <a:t> </a:t>
            </a:r>
            <a:r>
              <a:rPr lang="ru-RU" dirty="0" err="1"/>
              <a:t>всі</a:t>
            </a:r>
            <a:r>
              <a:rPr lang="ru-RU" dirty="0"/>
              <a:t> </a:t>
            </a:r>
            <a:r>
              <a:rPr lang="ru-RU" dirty="0" err="1"/>
              <a:t>проблеми</a:t>
            </a:r>
            <a:r>
              <a:rPr lang="ru-RU" dirty="0"/>
              <a:t> перед самим </a:t>
            </a:r>
            <a:r>
              <a:rPr lang="ru-RU" dirty="0" err="1"/>
              <a:t>виробництвом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667086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/>
              <a:t>Безперервне</a:t>
            </a:r>
            <a:r>
              <a:rPr lang="ru-RU" b="1" dirty="0"/>
              <a:t> </a:t>
            </a:r>
            <a:r>
              <a:rPr lang="ru-RU" b="1" dirty="0" err="1"/>
              <a:t>розгортання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i="1" dirty="0" err="1"/>
              <a:t>Безперервна</a:t>
            </a:r>
            <a:r>
              <a:rPr lang="ru-RU" i="1" dirty="0"/>
              <a:t> доставка — </a:t>
            </a:r>
            <a:r>
              <a:rPr lang="ru-RU" i="1" dirty="0" err="1"/>
              <a:t>це</a:t>
            </a:r>
            <a:r>
              <a:rPr lang="ru-RU" i="1" dirty="0"/>
              <a:t> практика </a:t>
            </a:r>
            <a:r>
              <a:rPr lang="ru-RU" i="1" dirty="0" err="1"/>
              <a:t>підтримки</a:t>
            </a:r>
            <a:r>
              <a:rPr lang="ru-RU" i="1" dirty="0"/>
              <a:t> </a:t>
            </a:r>
            <a:r>
              <a:rPr lang="ru-RU" i="1" dirty="0" err="1"/>
              <a:t>кодової</a:t>
            </a:r>
            <a:r>
              <a:rPr lang="ru-RU" i="1" dirty="0"/>
              <a:t> </a:t>
            </a:r>
            <a:r>
              <a:rPr lang="ru-RU" i="1" dirty="0" err="1"/>
              <a:t>бази</a:t>
            </a:r>
            <a:r>
              <a:rPr lang="ru-RU" i="1" dirty="0"/>
              <a:t> в </a:t>
            </a:r>
            <a:r>
              <a:rPr lang="ru-RU" i="1" dirty="0" err="1"/>
              <a:t>готовності</a:t>
            </a:r>
            <a:r>
              <a:rPr lang="ru-RU" i="1" dirty="0"/>
              <a:t> до </a:t>
            </a:r>
            <a:r>
              <a:rPr lang="ru-RU" i="1" dirty="0" err="1"/>
              <a:t>розгортання</a:t>
            </a:r>
            <a:r>
              <a:rPr lang="ru-RU" i="1" dirty="0"/>
              <a:t> в будь-</a:t>
            </a:r>
            <a:r>
              <a:rPr lang="ru-RU" i="1" dirty="0" err="1"/>
              <a:t>який</a:t>
            </a:r>
            <a:r>
              <a:rPr lang="ru-RU" i="1" dirty="0"/>
              <a:t> момент часу. </a:t>
            </a:r>
            <a:r>
              <a:rPr lang="ru-RU" i="1" dirty="0" err="1"/>
              <a:t>Окрім</a:t>
            </a:r>
            <a:r>
              <a:rPr lang="ru-RU" i="1" dirty="0"/>
              <a:t> того, </a:t>
            </a:r>
            <a:r>
              <a:rPr lang="ru-RU" i="1" dirty="0" err="1"/>
              <a:t>щоб</a:t>
            </a:r>
            <a:r>
              <a:rPr lang="ru-RU" i="1" dirty="0"/>
              <a:t> </a:t>
            </a:r>
            <a:r>
              <a:rPr lang="ru-RU" i="1" dirty="0" err="1"/>
              <a:t>переконатися</a:t>
            </a:r>
            <a:r>
              <a:rPr lang="ru-RU" i="1" dirty="0"/>
              <a:t>, </a:t>
            </a:r>
            <a:r>
              <a:rPr lang="ru-RU" i="1" dirty="0" err="1"/>
              <a:t>що</a:t>
            </a:r>
            <a:r>
              <a:rPr lang="ru-RU" i="1" dirty="0"/>
              <a:t> весь </a:t>
            </a:r>
            <a:r>
              <a:rPr lang="ru-RU" i="1" dirty="0" err="1"/>
              <a:t>набір</a:t>
            </a:r>
            <a:r>
              <a:rPr lang="ru-RU" i="1" dirty="0"/>
              <a:t> </a:t>
            </a:r>
            <a:r>
              <a:rPr lang="ru-RU" i="1" dirty="0" err="1"/>
              <a:t>тестів</a:t>
            </a:r>
            <a:r>
              <a:rPr lang="ru-RU" i="1" dirty="0"/>
              <a:t> пройдено, ми </a:t>
            </a:r>
            <a:r>
              <a:rPr lang="ru-RU" i="1" dirty="0" err="1"/>
              <a:t>маємо</a:t>
            </a:r>
            <a:r>
              <a:rPr lang="ru-RU" i="1" dirty="0"/>
              <a:t> </a:t>
            </a:r>
            <a:r>
              <a:rPr lang="ru-RU" i="1" dirty="0" err="1"/>
              <a:t>переконатися</a:t>
            </a:r>
            <a:r>
              <a:rPr lang="ru-RU" i="1" dirty="0"/>
              <a:t>, </a:t>
            </a:r>
            <a:r>
              <a:rPr lang="ru-RU" i="1" dirty="0" err="1"/>
              <a:t>що</a:t>
            </a:r>
            <a:r>
              <a:rPr lang="ru-RU" i="1" dirty="0"/>
              <a:t> вся </a:t>
            </a:r>
            <a:r>
              <a:rPr lang="ru-RU" i="1" dirty="0" err="1"/>
              <a:t>конфігурація</a:t>
            </a:r>
            <a:r>
              <a:rPr lang="ru-RU" i="1" dirty="0"/>
              <a:t> готова до </a:t>
            </a:r>
            <a:r>
              <a:rPr lang="ru-RU" i="1" dirty="0" err="1"/>
              <a:t>використання</a:t>
            </a:r>
            <a:r>
              <a:rPr lang="ru-RU" i="1" dirty="0"/>
              <a:t> у </a:t>
            </a:r>
            <a:r>
              <a:rPr lang="ru-RU" i="1" dirty="0" err="1"/>
              <a:t>виробництві</a:t>
            </a:r>
            <a:r>
              <a:rPr lang="ru-RU" i="1" dirty="0"/>
              <a:t>.</a:t>
            </a:r>
          </a:p>
          <a:p>
            <a:r>
              <a:rPr lang="ru-RU" i="1" dirty="0" err="1"/>
              <a:t>Безперервне</a:t>
            </a:r>
            <a:r>
              <a:rPr lang="ru-RU" i="1" dirty="0"/>
              <a:t> </a:t>
            </a:r>
            <a:r>
              <a:rPr lang="ru-RU" i="1" dirty="0" err="1"/>
              <a:t>розгортання</a:t>
            </a:r>
            <a:r>
              <a:rPr lang="ru-RU" i="1" dirty="0"/>
              <a:t> </a:t>
            </a:r>
            <a:r>
              <a:rPr lang="ru-RU" i="1" dirty="0" err="1"/>
              <a:t>означає</a:t>
            </a:r>
            <a:r>
              <a:rPr lang="ru-RU" i="1" dirty="0"/>
              <a:t> </a:t>
            </a:r>
            <a:r>
              <a:rPr lang="ru-RU" i="1" dirty="0" err="1"/>
              <a:t>розгортання</a:t>
            </a:r>
            <a:r>
              <a:rPr lang="ru-RU" i="1" dirty="0"/>
              <a:t> будь-</a:t>
            </a:r>
            <a:r>
              <a:rPr lang="ru-RU" i="1" dirty="0" err="1"/>
              <a:t>якої</a:t>
            </a:r>
            <a:r>
              <a:rPr lang="ru-RU" i="1" dirty="0"/>
              <a:t> </a:t>
            </a:r>
            <a:r>
              <a:rPr lang="ru-RU" i="1" dirty="0" err="1"/>
              <a:t>збірки</a:t>
            </a:r>
            <a:r>
              <a:rPr lang="ru-RU" i="1" dirty="0"/>
              <a:t> на </a:t>
            </a:r>
            <a:r>
              <a:rPr lang="ru-RU" i="1" dirty="0" err="1"/>
              <a:t>всіх</a:t>
            </a:r>
            <a:r>
              <a:rPr lang="ru-RU" i="1" dirty="0"/>
              <a:t> </a:t>
            </a:r>
            <a:r>
              <a:rPr lang="ru-RU" i="1" dirty="0" err="1"/>
              <a:t>доступних</a:t>
            </a:r>
            <a:r>
              <a:rPr lang="ru-RU" i="1" dirty="0"/>
              <a:t> в </a:t>
            </a:r>
            <a:r>
              <a:rPr lang="ru-RU" i="1" dirty="0" err="1"/>
              <a:t>організації</a:t>
            </a:r>
            <a:r>
              <a:rPr lang="ru-RU" i="1" dirty="0"/>
              <a:t> серверах.</a:t>
            </a:r>
          </a:p>
          <a:p>
            <a:r>
              <a:rPr lang="ru-RU" i="1" dirty="0" err="1"/>
              <a:t>Безперервне</a:t>
            </a:r>
            <a:r>
              <a:rPr lang="ru-RU" i="1" dirty="0"/>
              <a:t> </a:t>
            </a:r>
            <a:r>
              <a:rPr lang="ru-RU" i="1" dirty="0" err="1"/>
              <a:t>розгортання</a:t>
            </a:r>
            <a:r>
              <a:rPr lang="ru-RU" i="1" dirty="0"/>
              <a:t> </a:t>
            </a:r>
            <a:r>
              <a:rPr lang="ru-RU" i="1" dirty="0" err="1"/>
              <a:t>можна</a:t>
            </a:r>
            <a:r>
              <a:rPr lang="ru-RU" i="1" dirty="0"/>
              <a:t> </a:t>
            </a:r>
            <a:r>
              <a:rPr lang="ru-RU" i="1" dirty="0" err="1"/>
              <a:t>далі</a:t>
            </a:r>
            <a:r>
              <a:rPr lang="ru-RU" i="1" dirty="0"/>
              <a:t> </a:t>
            </a:r>
            <a:r>
              <a:rPr lang="ru-RU" i="1" dirty="0" err="1"/>
              <a:t>розділити</a:t>
            </a:r>
            <a:r>
              <a:rPr lang="ru-RU" i="1" dirty="0"/>
              <a:t> на </a:t>
            </a:r>
            <a:r>
              <a:rPr lang="ru-RU" i="1" dirty="0" err="1"/>
              <a:t>дві</a:t>
            </a:r>
            <a:r>
              <a:rPr lang="ru-RU" i="1" dirty="0"/>
              <a:t> </a:t>
            </a:r>
            <a:r>
              <a:rPr lang="ru-RU" i="1" dirty="0" err="1"/>
              <a:t>частини</a:t>
            </a:r>
            <a:r>
              <a:rPr lang="ru-RU" i="1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70993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/>
              <a:t>Управління</a:t>
            </a:r>
            <a:r>
              <a:rPr lang="ru-RU" b="1" dirty="0"/>
              <a:t> </a:t>
            </a:r>
            <a:r>
              <a:rPr lang="ru-RU" b="1" dirty="0" err="1"/>
              <a:t>конфігурацією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ru-RU" dirty="0" err="1"/>
              <a:t>Керування</a:t>
            </a:r>
            <a:r>
              <a:rPr lang="ru-RU" dirty="0"/>
              <a:t> </a:t>
            </a:r>
            <a:r>
              <a:rPr lang="ru-RU" dirty="0" err="1"/>
              <a:t>конфігурацією</a:t>
            </a:r>
            <a:r>
              <a:rPr lang="ru-RU" dirty="0"/>
              <a:t> —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керування</a:t>
            </a:r>
            <a:r>
              <a:rPr lang="ru-RU" dirty="0"/>
              <a:t> </a:t>
            </a:r>
            <a:r>
              <a:rPr lang="ru-RU" dirty="0" err="1"/>
              <a:t>конфігурацією</a:t>
            </a:r>
            <a:r>
              <a:rPr lang="ru-RU" dirty="0"/>
              <a:t> </a:t>
            </a:r>
            <a:r>
              <a:rPr lang="ru-RU" dirty="0" err="1"/>
              <a:t>розгорнутої</a:t>
            </a:r>
            <a:r>
              <a:rPr lang="ru-RU" dirty="0"/>
              <a:t> </a:t>
            </a:r>
            <a:r>
              <a:rPr lang="ru-RU" dirty="0" err="1"/>
              <a:t>збірки</a:t>
            </a:r>
            <a:r>
              <a:rPr lang="ru-RU" dirty="0"/>
              <a:t> та </a:t>
            </a:r>
            <a:r>
              <a:rPr lang="ru-RU" dirty="0" err="1"/>
              <a:t>її</a:t>
            </a:r>
            <a:r>
              <a:rPr lang="ru-RU" dirty="0"/>
              <a:t> </a:t>
            </a:r>
            <a:r>
              <a:rPr lang="ru-RU" dirty="0" err="1"/>
              <a:t>вимогами</a:t>
            </a:r>
            <a:r>
              <a:rPr lang="ru-RU" dirty="0"/>
              <a:t>.</a:t>
            </a:r>
          </a:p>
          <a:p>
            <a:r>
              <a:rPr lang="en-US" dirty="0"/>
              <a:t>a. </a:t>
            </a:r>
            <a:r>
              <a:rPr lang="ru-RU" dirty="0" err="1"/>
              <a:t>Керування</a:t>
            </a:r>
            <a:r>
              <a:rPr lang="ru-RU" dirty="0"/>
              <a:t> </a:t>
            </a:r>
            <a:r>
              <a:rPr lang="ru-RU" dirty="0" err="1"/>
              <a:t>конфігурацією</a:t>
            </a:r>
            <a:r>
              <a:rPr lang="ru-RU" dirty="0"/>
              <a:t> </a:t>
            </a:r>
            <a:r>
              <a:rPr lang="ru-RU" dirty="0" err="1"/>
              <a:t>встановлює</a:t>
            </a:r>
            <a:r>
              <a:rPr lang="ru-RU" dirty="0"/>
              <a:t> та </a:t>
            </a:r>
            <a:r>
              <a:rPr lang="ru-RU" dirty="0" err="1"/>
              <a:t>підтримує</a:t>
            </a:r>
            <a:r>
              <a:rPr lang="ru-RU" dirty="0"/>
              <a:t> </a:t>
            </a:r>
            <a:r>
              <a:rPr lang="ru-RU" dirty="0" err="1"/>
              <a:t>функціональні</a:t>
            </a:r>
            <a:r>
              <a:rPr lang="ru-RU" dirty="0"/>
              <a:t> </a:t>
            </a:r>
            <a:r>
              <a:rPr lang="ru-RU" dirty="0" err="1"/>
              <a:t>вимоги</a:t>
            </a:r>
            <a:r>
              <a:rPr lang="ru-RU" dirty="0"/>
              <a:t> та </a:t>
            </a:r>
            <a:r>
              <a:rPr lang="ru-RU" dirty="0" err="1"/>
              <a:t>продуктивність</a:t>
            </a:r>
            <a:r>
              <a:rPr lang="ru-RU" dirty="0"/>
              <a:t> </a:t>
            </a:r>
            <a:r>
              <a:rPr lang="ru-RU" dirty="0" err="1"/>
              <a:t>програми</a:t>
            </a:r>
            <a:r>
              <a:rPr lang="ru-RU" dirty="0"/>
              <a:t>.</a:t>
            </a:r>
          </a:p>
          <a:p>
            <a:r>
              <a:rPr lang="en-US" dirty="0"/>
              <a:t>b. </a:t>
            </a:r>
            <a:r>
              <a:rPr lang="ru-RU" dirty="0" err="1"/>
              <a:t>Випуск</a:t>
            </a:r>
            <a:r>
              <a:rPr lang="ru-RU" dirty="0"/>
              <a:t> </a:t>
            </a:r>
            <a:r>
              <a:rPr lang="ru-RU" dirty="0" err="1"/>
              <a:t>розгортань</a:t>
            </a:r>
            <a:r>
              <a:rPr lang="ru-RU" dirty="0"/>
              <a:t> на </a:t>
            </a:r>
            <a:r>
              <a:rPr lang="ru-RU" dirty="0" err="1"/>
              <a:t>всіх</a:t>
            </a:r>
            <a:r>
              <a:rPr lang="ru-RU" dirty="0"/>
              <a:t> серверах.</a:t>
            </a:r>
          </a:p>
          <a:p>
            <a:r>
              <a:rPr lang="ru-RU" dirty="0"/>
              <a:t>в. </a:t>
            </a:r>
            <a:r>
              <a:rPr lang="ru-RU" dirty="0" err="1"/>
              <a:t>Планування</a:t>
            </a:r>
            <a:r>
              <a:rPr lang="ru-RU" dirty="0"/>
              <a:t> </a:t>
            </a:r>
            <a:r>
              <a:rPr lang="ru-RU" dirty="0" err="1"/>
              <a:t>оновлень</a:t>
            </a:r>
            <a:r>
              <a:rPr lang="ru-RU" dirty="0"/>
              <a:t> на </a:t>
            </a:r>
            <a:r>
              <a:rPr lang="ru-RU" dirty="0" err="1"/>
              <a:t>всіх</a:t>
            </a:r>
            <a:r>
              <a:rPr lang="ru-RU" dirty="0"/>
              <a:t> серверах.</a:t>
            </a:r>
          </a:p>
          <a:p>
            <a:r>
              <a:rPr lang="en-US" dirty="0"/>
              <a:t>d. </a:t>
            </a:r>
            <a:r>
              <a:rPr lang="ru-RU" dirty="0" err="1"/>
              <a:t>Підтримуйте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конфігурації</a:t>
            </a:r>
            <a:r>
              <a:rPr lang="ru-RU" dirty="0"/>
              <a:t> на </a:t>
            </a:r>
            <a:r>
              <a:rPr lang="ru-RU" dirty="0" err="1"/>
              <a:t>всіх</a:t>
            </a:r>
            <a:r>
              <a:rPr lang="ru-RU" dirty="0"/>
              <a:t> серверах.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717368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/>
              <a:t>Контейнерізація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ru-RU" i="1" dirty="0" err="1"/>
              <a:t>Контейнерізація</a:t>
            </a:r>
            <a:r>
              <a:rPr lang="ru-RU" i="1" dirty="0"/>
              <a:t> — </a:t>
            </a:r>
            <a:r>
              <a:rPr lang="ru-RU" i="1" dirty="0" err="1"/>
              <a:t>це</a:t>
            </a:r>
            <a:r>
              <a:rPr lang="ru-RU" i="1" dirty="0"/>
              <a:t> </a:t>
            </a:r>
            <a:r>
              <a:rPr lang="ru-RU" i="1" dirty="0" err="1"/>
              <a:t>процес</a:t>
            </a:r>
            <a:r>
              <a:rPr lang="ru-RU" i="1" dirty="0"/>
              <a:t>, за </a:t>
            </a:r>
            <a:r>
              <a:rPr lang="ru-RU" i="1" dirty="0" err="1"/>
              <a:t>допомогою</a:t>
            </a:r>
            <a:r>
              <a:rPr lang="ru-RU" i="1" dirty="0"/>
              <a:t> </a:t>
            </a:r>
            <a:r>
              <a:rPr lang="ru-RU" i="1" dirty="0" err="1"/>
              <a:t>якого</a:t>
            </a:r>
            <a:r>
              <a:rPr lang="ru-RU" i="1" dirty="0"/>
              <a:t> </a:t>
            </a:r>
            <a:r>
              <a:rPr lang="ru-RU" i="1" dirty="0" err="1"/>
              <a:t>підтримується</a:t>
            </a:r>
            <a:r>
              <a:rPr lang="ru-RU" i="1" dirty="0"/>
              <a:t> </a:t>
            </a:r>
            <a:r>
              <a:rPr lang="ru-RU" i="1" dirty="0" err="1"/>
              <a:t>узгодженість</a:t>
            </a:r>
            <a:r>
              <a:rPr lang="ru-RU" i="1" dirty="0"/>
              <a:t> </a:t>
            </a:r>
            <a:r>
              <a:rPr lang="ru-RU" i="1" dirty="0" err="1"/>
              <a:t>серед</a:t>
            </a:r>
            <a:r>
              <a:rPr lang="ru-RU" i="1" dirty="0"/>
              <a:t> </a:t>
            </a:r>
            <a:r>
              <a:rPr lang="ru-RU" i="1" dirty="0" err="1"/>
              <a:t>середовищ</a:t>
            </a:r>
            <a:r>
              <a:rPr lang="ru-RU" i="1" dirty="0"/>
              <a:t> (</a:t>
            </a:r>
            <a:r>
              <a:rPr lang="ru-RU" i="1" dirty="0" err="1"/>
              <a:t>наприклад</a:t>
            </a:r>
            <a:r>
              <a:rPr lang="ru-RU" i="1" dirty="0"/>
              <a:t>, ОС </a:t>
            </a:r>
            <a:r>
              <a:rPr lang="en-US" i="1" dirty="0"/>
              <a:t>Windows, </a:t>
            </a:r>
            <a:r>
              <a:rPr lang="ru-RU" i="1" dirty="0"/>
              <a:t>ОС </a:t>
            </a:r>
            <a:r>
              <a:rPr lang="en-US" i="1" dirty="0"/>
              <a:t>Linux). </a:t>
            </a:r>
            <a:r>
              <a:rPr lang="en-US" i="1" dirty="0" err="1"/>
              <a:t>Docker</a:t>
            </a:r>
            <a:r>
              <a:rPr lang="en-US" i="1" dirty="0"/>
              <a:t> — </a:t>
            </a:r>
            <a:r>
              <a:rPr lang="ru-RU" i="1" dirty="0"/>
              <a:t>перший </a:t>
            </a:r>
            <a:r>
              <a:rPr lang="ru-RU" i="1" dirty="0" err="1"/>
              <a:t>інструмент</a:t>
            </a:r>
            <a:r>
              <a:rPr lang="ru-RU" i="1" dirty="0"/>
              <a:t> </a:t>
            </a:r>
            <a:r>
              <a:rPr lang="ru-RU" i="1" dirty="0" err="1"/>
              <a:t>контейнеризації</a:t>
            </a:r>
            <a:r>
              <a:rPr lang="ru-RU" i="1" dirty="0"/>
              <a:t>. </a:t>
            </a:r>
            <a:r>
              <a:rPr lang="ru-RU" i="1" dirty="0" err="1"/>
              <a:t>Це</a:t>
            </a:r>
            <a:r>
              <a:rPr lang="ru-RU" i="1" dirty="0"/>
              <a:t> </a:t>
            </a:r>
            <a:r>
              <a:rPr lang="ru-RU" i="1" dirty="0" err="1"/>
              <a:t>забезпечує</a:t>
            </a:r>
            <a:r>
              <a:rPr lang="ru-RU" i="1" dirty="0"/>
              <a:t> </a:t>
            </a:r>
            <a:r>
              <a:rPr lang="ru-RU" i="1" dirty="0" err="1"/>
              <a:t>узгодженість</a:t>
            </a:r>
            <a:r>
              <a:rPr lang="ru-RU" i="1" dirty="0"/>
              <a:t> </a:t>
            </a:r>
            <a:r>
              <a:rPr lang="ru-RU" i="1" dirty="0" err="1"/>
              <a:t>конфігурації</a:t>
            </a:r>
            <a:r>
              <a:rPr lang="ru-RU" i="1" dirty="0"/>
              <a:t> на </a:t>
            </a:r>
            <a:r>
              <a:rPr lang="ru-RU" i="1" dirty="0" err="1"/>
              <a:t>всіх</a:t>
            </a:r>
            <a:r>
              <a:rPr lang="ru-RU" i="1" dirty="0"/>
              <a:t> серверах. </a:t>
            </a:r>
            <a:r>
              <a:rPr lang="ru-RU" i="1" dirty="0" err="1"/>
              <a:t>Контейнерізація</a:t>
            </a:r>
            <a:r>
              <a:rPr lang="ru-RU" i="1" dirty="0"/>
              <a:t> </a:t>
            </a:r>
            <a:r>
              <a:rPr lang="ru-RU" i="1" dirty="0" err="1"/>
              <a:t>дуже</a:t>
            </a:r>
            <a:r>
              <a:rPr lang="ru-RU" i="1" dirty="0"/>
              <a:t> </a:t>
            </a:r>
            <a:r>
              <a:rPr lang="ru-RU" i="1" dirty="0" err="1"/>
              <a:t>важлива</a:t>
            </a:r>
            <a:r>
              <a:rPr lang="ru-RU" i="1" dirty="0"/>
              <a:t>, </a:t>
            </a:r>
            <a:r>
              <a:rPr lang="ru-RU" i="1" dirty="0" err="1"/>
              <a:t>оскільки</a:t>
            </a:r>
            <a:r>
              <a:rPr lang="ru-RU" i="1" dirty="0"/>
              <a:t> </a:t>
            </a:r>
            <a:r>
              <a:rPr lang="ru-RU" i="1" dirty="0" err="1"/>
              <a:t>однакові</a:t>
            </a:r>
            <a:r>
              <a:rPr lang="ru-RU" i="1" dirty="0"/>
              <a:t> </a:t>
            </a:r>
            <a:r>
              <a:rPr lang="ru-RU" i="1" dirty="0" err="1"/>
              <a:t>функції</a:t>
            </a:r>
            <a:r>
              <a:rPr lang="ru-RU" i="1" dirty="0"/>
              <a:t> </a:t>
            </a:r>
            <a:r>
              <a:rPr lang="ru-RU" i="1" dirty="0" err="1"/>
              <a:t>можуть</a:t>
            </a:r>
            <a:r>
              <a:rPr lang="ru-RU" i="1" dirty="0"/>
              <a:t> </a:t>
            </a:r>
            <a:r>
              <a:rPr lang="ru-RU" i="1" dirty="0" err="1"/>
              <a:t>працювати</a:t>
            </a:r>
            <a:r>
              <a:rPr lang="ru-RU" i="1" dirty="0"/>
              <a:t> в </a:t>
            </a:r>
            <a:r>
              <a:rPr lang="ru-RU" i="1" dirty="0" err="1"/>
              <a:t>різних</a:t>
            </a:r>
            <a:r>
              <a:rPr lang="ru-RU" i="1" dirty="0"/>
              <a:t> </a:t>
            </a:r>
            <a:r>
              <a:rPr lang="ru-RU" i="1" dirty="0" err="1"/>
              <a:t>середовищах</a:t>
            </a:r>
            <a:r>
              <a:rPr lang="ru-RU" i="1" dirty="0"/>
              <a:t> через </a:t>
            </a:r>
            <a:r>
              <a:rPr lang="ru-RU" i="1" dirty="0" err="1"/>
              <a:t>локальні</a:t>
            </a:r>
            <a:r>
              <a:rPr lang="ru-RU" i="1" dirty="0"/>
              <a:t> </a:t>
            </a:r>
            <a:r>
              <a:rPr lang="ru-RU" i="1" dirty="0" err="1"/>
              <a:t>зміни</a:t>
            </a:r>
            <a:r>
              <a:rPr lang="ru-RU" i="1" dirty="0"/>
              <a:t> в </a:t>
            </a:r>
            <a:r>
              <a:rPr lang="ru-RU" i="1" dirty="0" err="1"/>
              <a:t>середовищі</a:t>
            </a:r>
            <a:r>
              <a:rPr lang="ru-RU" i="1" dirty="0"/>
              <a:t>. </a:t>
            </a:r>
            <a:r>
              <a:rPr lang="en-US" i="1" dirty="0" err="1"/>
              <a:t>Docker</a:t>
            </a:r>
            <a:r>
              <a:rPr lang="en-US" i="1" dirty="0"/>
              <a:t> </a:t>
            </a:r>
            <a:r>
              <a:rPr lang="ru-RU" i="1" dirty="0" err="1"/>
              <a:t>дуже</a:t>
            </a:r>
            <a:r>
              <a:rPr lang="ru-RU" i="1" dirty="0"/>
              <a:t> </a:t>
            </a:r>
            <a:r>
              <a:rPr lang="ru-RU" i="1" dirty="0" err="1"/>
              <a:t>корисний</a:t>
            </a:r>
            <a:r>
              <a:rPr lang="ru-RU" i="1" dirty="0"/>
              <a:t> для </a:t>
            </a:r>
            <a:r>
              <a:rPr lang="ru-RU" i="1" dirty="0" err="1"/>
              <a:t>цієї</a:t>
            </a:r>
            <a:r>
              <a:rPr lang="ru-RU" i="1" dirty="0"/>
              <a:t> мети.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049531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5. </a:t>
            </a:r>
            <a:r>
              <a:rPr lang="ru-RU" b="1" dirty="0" err="1"/>
              <a:t>Постійний</a:t>
            </a:r>
            <a:r>
              <a:rPr lang="ru-RU" b="1" dirty="0"/>
              <a:t> </a:t>
            </a:r>
            <a:r>
              <a:rPr lang="ru-RU" b="1" dirty="0" err="1"/>
              <a:t>моніторинг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i="1" dirty="0" err="1"/>
              <a:t>Безперервний</a:t>
            </a:r>
            <a:r>
              <a:rPr lang="ru-RU" i="1" dirty="0"/>
              <a:t> </a:t>
            </a:r>
            <a:r>
              <a:rPr lang="ru-RU" i="1" dirty="0" err="1"/>
              <a:t>моніторинг</a:t>
            </a:r>
            <a:r>
              <a:rPr lang="ru-RU" i="1" dirty="0"/>
              <a:t> — </a:t>
            </a:r>
            <a:r>
              <a:rPr lang="ru-RU" i="1" dirty="0" err="1"/>
              <a:t>це</a:t>
            </a:r>
            <a:r>
              <a:rPr lang="ru-RU" i="1" dirty="0"/>
              <a:t> </a:t>
            </a:r>
            <a:r>
              <a:rPr lang="ru-RU" i="1" dirty="0" err="1"/>
              <a:t>процес</a:t>
            </a:r>
            <a:r>
              <a:rPr lang="ru-RU" i="1" dirty="0"/>
              <a:t> </a:t>
            </a:r>
            <a:r>
              <a:rPr lang="ru-RU" i="1" dirty="0" err="1"/>
              <a:t>безперервного</a:t>
            </a:r>
            <a:r>
              <a:rPr lang="ru-RU" i="1" dirty="0"/>
              <a:t> </a:t>
            </a:r>
            <a:r>
              <a:rPr lang="ru-RU" i="1" dirty="0" err="1"/>
              <a:t>моніторингу</a:t>
            </a:r>
            <a:r>
              <a:rPr lang="ru-RU" i="1" dirty="0"/>
              <a:t> стану </a:t>
            </a:r>
            <a:r>
              <a:rPr lang="ru-RU" i="1" dirty="0" err="1"/>
              <a:t>серверів</a:t>
            </a:r>
            <a:r>
              <a:rPr lang="ru-RU" i="1" dirty="0"/>
              <a:t>, а </a:t>
            </a:r>
            <a:r>
              <a:rPr lang="ru-RU" i="1" dirty="0" err="1"/>
              <a:t>також</a:t>
            </a:r>
            <a:r>
              <a:rPr lang="ru-RU" i="1" dirty="0"/>
              <a:t> </a:t>
            </a:r>
            <a:r>
              <a:rPr lang="ru-RU" i="1" dirty="0" err="1"/>
              <a:t>продуктивності</a:t>
            </a:r>
            <a:r>
              <a:rPr lang="ru-RU" i="1" dirty="0"/>
              <a:t> </a:t>
            </a:r>
            <a:r>
              <a:rPr lang="ru-RU" i="1" dirty="0" err="1"/>
              <a:t>нашої</a:t>
            </a:r>
            <a:r>
              <a:rPr lang="ru-RU" i="1" dirty="0"/>
              <a:t> </a:t>
            </a:r>
            <a:r>
              <a:rPr lang="ru-RU" i="1" dirty="0" err="1"/>
              <a:t>програми</a:t>
            </a:r>
            <a:r>
              <a:rPr lang="ru-RU" i="1" dirty="0"/>
              <a:t> в реальному </a:t>
            </a:r>
            <a:r>
              <a:rPr lang="ru-RU" i="1" dirty="0" err="1"/>
              <a:t>середовищі</a:t>
            </a:r>
            <a:r>
              <a:rPr lang="ru-RU" i="1" dirty="0"/>
              <a:t>. </a:t>
            </a:r>
            <a:r>
              <a:rPr lang="ru-RU" i="1" dirty="0" err="1"/>
              <a:t>Постійний</a:t>
            </a:r>
            <a:r>
              <a:rPr lang="ru-RU" i="1" dirty="0"/>
              <a:t> </a:t>
            </a:r>
            <a:r>
              <a:rPr lang="ru-RU" i="1" dirty="0" err="1"/>
              <a:t>моніторинг</a:t>
            </a:r>
            <a:r>
              <a:rPr lang="ru-RU" i="1" dirty="0"/>
              <a:t> </a:t>
            </a:r>
            <a:r>
              <a:rPr lang="ru-RU" i="1" dirty="0" err="1"/>
              <a:t>допомагає</a:t>
            </a:r>
            <a:r>
              <a:rPr lang="ru-RU" i="1" dirty="0"/>
              <a:t> нам </a:t>
            </a:r>
            <a:r>
              <a:rPr lang="ru-RU" i="1" dirty="0" err="1"/>
              <a:t>отримати</a:t>
            </a:r>
            <a:r>
              <a:rPr lang="ru-RU" i="1" dirty="0"/>
              <a:t> доступ до </a:t>
            </a:r>
            <a:r>
              <a:rPr lang="ru-RU" i="1" dirty="0" err="1"/>
              <a:t>майбутнього</a:t>
            </a:r>
            <a:r>
              <a:rPr lang="ru-RU" i="1" dirty="0"/>
              <a:t> </a:t>
            </a:r>
            <a:r>
              <a:rPr lang="ru-RU" i="1" dirty="0" err="1"/>
              <a:t>навантаження</a:t>
            </a:r>
            <a:r>
              <a:rPr lang="ru-RU" i="1" dirty="0"/>
              <a:t> на </a:t>
            </a:r>
            <a:r>
              <a:rPr lang="ru-RU" i="1" dirty="0" err="1"/>
              <a:t>сервери</a:t>
            </a:r>
            <a:r>
              <a:rPr lang="ru-RU" i="1" dirty="0"/>
              <a:t>, </a:t>
            </a:r>
            <a:r>
              <a:rPr lang="ru-RU" i="1" dirty="0" err="1"/>
              <a:t>якщо</a:t>
            </a:r>
            <a:r>
              <a:rPr lang="ru-RU" i="1" dirty="0"/>
              <a:t> буде </a:t>
            </a:r>
            <a:r>
              <a:rPr lang="ru-RU" i="1" dirty="0" err="1"/>
              <a:t>випущена</a:t>
            </a:r>
            <a:r>
              <a:rPr lang="ru-RU" i="1" dirty="0"/>
              <a:t> нова </a:t>
            </a:r>
            <a:r>
              <a:rPr lang="ru-RU" i="1" dirty="0" err="1"/>
              <a:t>функція</a:t>
            </a:r>
            <a:r>
              <a:rPr lang="ru-RU" i="1" dirty="0"/>
              <a:t> </a:t>
            </a:r>
            <a:r>
              <a:rPr lang="ru-RU" i="1" dirty="0" err="1"/>
              <a:t>або</a:t>
            </a:r>
            <a:r>
              <a:rPr lang="ru-RU" i="1" dirty="0"/>
              <a:t> яка </a:t>
            </a:r>
            <a:r>
              <a:rPr lang="ru-RU" i="1" dirty="0" err="1"/>
              <a:t>має</a:t>
            </a:r>
            <a:r>
              <a:rPr lang="ru-RU" i="1" dirty="0"/>
              <a:t> бути </a:t>
            </a:r>
            <a:r>
              <a:rPr lang="ru-RU" i="1" dirty="0" err="1"/>
              <a:t>конфігурація</a:t>
            </a:r>
            <a:r>
              <a:rPr lang="ru-RU" i="1" dirty="0"/>
              <a:t> </a:t>
            </a:r>
            <a:r>
              <a:rPr lang="ru-RU" i="1" dirty="0" err="1"/>
              <a:t>цього</a:t>
            </a:r>
            <a:r>
              <a:rPr lang="ru-RU" i="1" dirty="0"/>
              <a:t> сервера. </a:t>
            </a:r>
            <a:r>
              <a:rPr lang="ru-RU" i="1" dirty="0" err="1"/>
              <a:t>Він</a:t>
            </a:r>
            <a:r>
              <a:rPr lang="ru-RU" i="1" dirty="0"/>
              <a:t> </a:t>
            </a:r>
            <a:r>
              <a:rPr lang="ru-RU" i="1" dirty="0" err="1"/>
              <a:t>також</a:t>
            </a:r>
            <a:r>
              <a:rPr lang="ru-RU" i="1" dirty="0"/>
              <a:t> </a:t>
            </a:r>
            <a:r>
              <a:rPr lang="ru-RU" i="1" dirty="0" err="1"/>
              <a:t>надсилає</a:t>
            </a:r>
            <a:r>
              <a:rPr lang="ru-RU" i="1" dirty="0"/>
              <a:t> </a:t>
            </a:r>
            <a:r>
              <a:rPr lang="ru-RU" i="1" dirty="0" err="1"/>
              <a:t>відгуки</a:t>
            </a:r>
            <a:r>
              <a:rPr lang="ru-RU" i="1" dirty="0"/>
              <a:t> командам </a:t>
            </a:r>
            <a:r>
              <a:rPr lang="ru-RU" i="1" dirty="0" err="1"/>
              <a:t>інтеграції</a:t>
            </a:r>
            <a:r>
              <a:rPr lang="ru-RU" i="1" dirty="0"/>
              <a:t> та </a:t>
            </a:r>
            <a:r>
              <a:rPr lang="ru-RU" i="1" dirty="0" err="1"/>
              <a:t>розробникам</a:t>
            </a:r>
            <a:r>
              <a:rPr lang="ru-RU" i="1" dirty="0"/>
              <a:t> про </a:t>
            </a:r>
            <a:r>
              <a:rPr lang="ru-RU" i="1" dirty="0" err="1"/>
              <a:t>загальну</a:t>
            </a:r>
            <a:r>
              <a:rPr lang="ru-RU" i="1" dirty="0"/>
              <a:t> </a:t>
            </a:r>
            <a:r>
              <a:rPr lang="ru-RU" i="1" dirty="0" err="1"/>
              <a:t>продуктивність</a:t>
            </a:r>
            <a:r>
              <a:rPr lang="ru-RU" i="1" dirty="0"/>
              <a:t> </a:t>
            </a:r>
            <a:r>
              <a:rPr lang="ru-RU" i="1" dirty="0" err="1"/>
              <a:t>програми</a:t>
            </a:r>
            <a:r>
              <a:rPr lang="ru-RU" i="1" dirty="0"/>
              <a:t>, тому </a:t>
            </a:r>
            <a:r>
              <a:rPr lang="ru-RU" i="1" dirty="0" err="1"/>
              <a:t>ці</a:t>
            </a:r>
            <a:r>
              <a:rPr lang="ru-RU" i="1" dirty="0"/>
              <a:t> </a:t>
            </a:r>
            <a:r>
              <a:rPr lang="ru-RU" i="1" dirty="0" err="1"/>
              <a:t>дані</a:t>
            </a:r>
            <a:r>
              <a:rPr lang="ru-RU" i="1" dirty="0"/>
              <a:t> </a:t>
            </a:r>
            <a:r>
              <a:rPr lang="ru-RU" i="1" dirty="0" err="1"/>
              <a:t>дуже</a:t>
            </a:r>
            <a:r>
              <a:rPr lang="ru-RU" i="1" dirty="0"/>
              <a:t> </a:t>
            </a:r>
            <a:r>
              <a:rPr lang="ru-RU" i="1" dirty="0" err="1"/>
              <a:t>важливі</a:t>
            </a:r>
            <a:r>
              <a:rPr lang="ru-RU" i="1" dirty="0"/>
              <a:t> в </a:t>
            </a:r>
            <a:r>
              <a:rPr lang="ru-RU" i="1" dirty="0" err="1"/>
              <a:t>процедурі</a:t>
            </a:r>
            <a:r>
              <a:rPr lang="ru-RU" i="1" dirty="0"/>
              <a:t> </a:t>
            </a:r>
            <a:r>
              <a:rPr lang="en-US" i="1" dirty="0" err="1"/>
              <a:t>DevOps</a:t>
            </a:r>
            <a:r>
              <a:rPr lang="en-US" i="1" dirty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734414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6. </a:t>
            </a:r>
            <a:r>
              <a:rPr lang="ru-RU" dirty="0" err="1"/>
              <a:t>Спільний</a:t>
            </a:r>
            <a:r>
              <a:rPr lang="ru-RU" dirty="0"/>
              <a:t> </a:t>
            </a:r>
            <a:r>
              <a:rPr lang="ru-RU" dirty="0" err="1"/>
              <a:t>відгук</a:t>
            </a:r>
            <a:r>
              <a:rPr lang="ru-RU" dirty="0"/>
              <a:t> </a:t>
            </a:r>
            <a:r>
              <a:rPr lang="ru-RU" dirty="0" err="1"/>
              <a:t>клієнтів</a:t>
            </a:r>
            <a:r>
              <a:rPr lang="ru-RU" dirty="0"/>
              <a:t> і </a:t>
            </a:r>
            <a:r>
              <a:rPr lang="ru-RU" dirty="0" err="1"/>
              <a:t>оптимізація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09088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ru-RU" dirty="0" err="1"/>
              <a:t>Спільний</a:t>
            </a:r>
            <a:r>
              <a:rPr lang="ru-RU" dirty="0"/>
              <a:t> </a:t>
            </a:r>
            <a:r>
              <a:rPr lang="ru-RU" dirty="0" err="1"/>
              <a:t>зворотний</a:t>
            </a:r>
            <a:r>
              <a:rPr lang="ru-RU" dirty="0"/>
              <a:t> </a:t>
            </a:r>
            <a:r>
              <a:rPr lang="ru-RU" dirty="0" err="1"/>
              <a:t>зв’язок</a:t>
            </a:r>
            <a:r>
              <a:rPr lang="ru-RU" dirty="0"/>
              <a:t> </a:t>
            </a:r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клієнтами</a:t>
            </a:r>
            <a:r>
              <a:rPr lang="ru-RU" dirty="0"/>
              <a:t> </a:t>
            </a:r>
            <a:r>
              <a:rPr lang="ru-RU" dirty="0" err="1"/>
              <a:t>сьогодні</a:t>
            </a:r>
            <a:r>
              <a:rPr lang="ru-RU" dirty="0"/>
              <a:t> </a:t>
            </a:r>
            <a:r>
              <a:rPr lang="ru-RU" dirty="0" err="1"/>
              <a:t>дуже</a:t>
            </a:r>
            <a:r>
              <a:rPr lang="ru-RU" dirty="0"/>
              <a:t> </a:t>
            </a:r>
            <a:r>
              <a:rPr lang="ru-RU" dirty="0" err="1"/>
              <a:t>важливий</a:t>
            </a:r>
            <a:r>
              <a:rPr lang="ru-RU" dirty="0"/>
              <a:t>. Лише з </a:t>
            </a:r>
            <a:r>
              <a:rPr lang="ru-RU" dirty="0" err="1"/>
              <a:t>цією</a:t>
            </a:r>
            <a:r>
              <a:rPr lang="ru-RU" dirty="0"/>
              <a:t> метою будь-яка </a:t>
            </a:r>
            <a:r>
              <a:rPr lang="ru-RU" dirty="0" err="1"/>
              <a:t>організація</a:t>
            </a:r>
            <a:r>
              <a:rPr lang="ru-RU" dirty="0"/>
              <a:t> </a:t>
            </a:r>
            <a:r>
              <a:rPr lang="ru-RU" dirty="0" err="1"/>
              <a:t>сьогодні</a:t>
            </a:r>
            <a:r>
              <a:rPr lang="ru-RU" dirty="0"/>
              <a:t> </a:t>
            </a:r>
            <a:r>
              <a:rPr lang="ru-RU" dirty="0" err="1"/>
              <a:t>випускає</a:t>
            </a:r>
            <a:r>
              <a:rPr lang="ru-RU" dirty="0"/>
              <a:t> бета-</a:t>
            </a:r>
            <a:r>
              <a:rPr lang="ru-RU" dirty="0" err="1"/>
              <a:t>версію</a:t>
            </a:r>
            <a:r>
              <a:rPr lang="ru-RU" dirty="0"/>
              <a:t> перед </a:t>
            </a:r>
            <a:r>
              <a:rPr lang="ru-RU" dirty="0" err="1"/>
              <a:t>остаточним</a:t>
            </a:r>
            <a:r>
              <a:rPr lang="ru-RU" dirty="0"/>
              <a:t> </a:t>
            </a:r>
            <a:r>
              <a:rPr lang="ru-RU" dirty="0" err="1"/>
              <a:t>випуском</a:t>
            </a:r>
            <a:r>
              <a:rPr lang="ru-RU" dirty="0"/>
              <a:t>. Вони </a:t>
            </a:r>
            <a:r>
              <a:rPr lang="ru-RU" dirty="0" err="1"/>
              <a:t>просять</a:t>
            </a:r>
            <a:r>
              <a:rPr lang="ru-RU" dirty="0"/>
              <a:t> </a:t>
            </a:r>
            <a:r>
              <a:rPr lang="ru-RU" dirty="0" err="1"/>
              <a:t>певну</a:t>
            </a:r>
            <a:r>
              <a:rPr lang="ru-RU" dirty="0"/>
              <a:t> базу </a:t>
            </a:r>
            <a:r>
              <a:rPr lang="ru-RU" dirty="0" err="1"/>
              <a:t>клієнтів</a:t>
            </a:r>
            <a:r>
              <a:rPr lang="ru-RU" dirty="0"/>
              <a:t> </a:t>
            </a:r>
            <a:r>
              <a:rPr lang="ru-RU" dirty="0" err="1"/>
              <a:t>використовувати</a:t>
            </a:r>
            <a:r>
              <a:rPr lang="ru-RU" dirty="0"/>
              <a:t> </a:t>
            </a:r>
            <a:r>
              <a:rPr lang="ru-RU" dirty="0" err="1"/>
              <a:t>програму</a:t>
            </a:r>
            <a:r>
              <a:rPr lang="ru-RU" dirty="0"/>
              <a:t> та </a:t>
            </a:r>
            <a:r>
              <a:rPr lang="ru-RU" dirty="0" err="1"/>
              <a:t>надають</a:t>
            </a:r>
            <a:r>
              <a:rPr lang="ru-RU" dirty="0"/>
              <a:t> </a:t>
            </a:r>
            <a:r>
              <a:rPr lang="ru-RU" dirty="0" err="1"/>
              <a:t>їм</a:t>
            </a:r>
            <a:r>
              <a:rPr lang="ru-RU" dirty="0"/>
              <a:t> </a:t>
            </a:r>
            <a:r>
              <a:rPr lang="ru-RU" dirty="0" err="1"/>
              <a:t>відгуки</a:t>
            </a:r>
            <a:r>
              <a:rPr lang="ru-RU" dirty="0"/>
              <a:t> про </a:t>
            </a:r>
            <a:r>
              <a:rPr lang="ru-RU" dirty="0" err="1"/>
              <a:t>функції</a:t>
            </a:r>
            <a:r>
              <a:rPr lang="ru-RU" dirty="0"/>
              <a:t> та </a:t>
            </a:r>
            <a:r>
              <a:rPr lang="ru-RU" dirty="0" err="1"/>
              <a:t>продуктивність</a:t>
            </a:r>
            <a:r>
              <a:rPr lang="ru-RU" dirty="0"/>
              <a:t>. </a:t>
            </a:r>
            <a:r>
              <a:rPr lang="ru-RU" dirty="0" err="1"/>
              <a:t>Іноді</a:t>
            </a:r>
            <a:r>
              <a:rPr lang="ru-RU" dirty="0"/>
              <a:t> </a:t>
            </a:r>
            <a:r>
              <a:rPr lang="ru-RU" dirty="0" err="1"/>
              <a:t>проводяться</a:t>
            </a:r>
            <a:r>
              <a:rPr lang="ru-RU" dirty="0"/>
              <a:t> </a:t>
            </a:r>
            <a:r>
              <a:rPr lang="ru-RU" dirty="0" err="1"/>
              <a:t>платні</a:t>
            </a:r>
            <a:r>
              <a:rPr lang="ru-RU" dirty="0"/>
              <a:t> </a:t>
            </a:r>
            <a:r>
              <a:rPr lang="ru-RU" dirty="0" err="1"/>
              <a:t>опитування</a:t>
            </a:r>
            <a:r>
              <a:rPr lang="ru-RU" dirty="0"/>
              <a:t>, </a:t>
            </a:r>
            <a:r>
              <a:rPr lang="ru-RU" dirty="0" err="1"/>
              <a:t>щоб</a:t>
            </a:r>
            <a:r>
              <a:rPr lang="ru-RU" dirty="0"/>
              <a:t> </a:t>
            </a:r>
            <a:r>
              <a:rPr lang="ru-RU" dirty="0" err="1"/>
              <a:t>зібрати</a:t>
            </a:r>
            <a:r>
              <a:rPr lang="ru-RU" dirty="0"/>
              <a:t> </a:t>
            </a:r>
            <a:r>
              <a:rPr lang="ru-RU" dirty="0" err="1"/>
              <a:t>відгуки</a:t>
            </a:r>
            <a:r>
              <a:rPr lang="ru-RU" dirty="0"/>
              <a:t> </a:t>
            </a:r>
            <a:r>
              <a:rPr lang="ru-RU" dirty="0" err="1"/>
              <a:t>клієнтів</a:t>
            </a:r>
            <a:r>
              <a:rPr lang="ru-RU" dirty="0"/>
              <a:t>. </a:t>
            </a:r>
            <a:r>
              <a:rPr lang="ru-RU" dirty="0" err="1"/>
              <a:t>Відгуки</a:t>
            </a:r>
            <a:r>
              <a:rPr lang="ru-RU" dirty="0"/>
              <a:t> </a:t>
            </a:r>
            <a:r>
              <a:rPr lang="ru-RU" dirty="0" err="1"/>
              <a:t>клієнтів</a:t>
            </a:r>
            <a:r>
              <a:rPr lang="ru-RU" dirty="0"/>
              <a:t> </a:t>
            </a:r>
            <a:r>
              <a:rPr lang="ru-RU" dirty="0" err="1"/>
              <a:t>дуже</a:t>
            </a:r>
            <a:r>
              <a:rPr lang="ru-RU" dirty="0"/>
              <a:t> </a:t>
            </a:r>
            <a:r>
              <a:rPr lang="ru-RU" dirty="0" err="1"/>
              <a:t>важливі</a:t>
            </a:r>
            <a:r>
              <a:rPr lang="ru-RU" dirty="0"/>
              <a:t> в </a:t>
            </a:r>
            <a:r>
              <a:rPr lang="ru-RU" dirty="0" err="1"/>
              <a:t>циклі</a:t>
            </a:r>
            <a:r>
              <a:rPr lang="ru-RU" dirty="0"/>
              <a:t> </a:t>
            </a:r>
            <a:r>
              <a:rPr lang="en-US" dirty="0" err="1"/>
              <a:t>DevOps</a:t>
            </a:r>
            <a:r>
              <a:rPr lang="en-US" dirty="0"/>
              <a:t>. </a:t>
            </a:r>
            <a:r>
              <a:rPr lang="ru-RU" dirty="0" err="1"/>
              <a:t>Справжні</a:t>
            </a:r>
            <a:r>
              <a:rPr lang="ru-RU" dirty="0"/>
              <a:t> </a:t>
            </a:r>
            <a:r>
              <a:rPr lang="ru-RU" dirty="0" err="1"/>
              <a:t>відгуки</a:t>
            </a:r>
            <a:r>
              <a:rPr lang="ru-RU" dirty="0"/>
              <a:t> про </a:t>
            </a:r>
            <a:r>
              <a:rPr lang="ru-RU" dirty="0" err="1"/>
              <a:t>функції</a:t>
            </a:r>
            <a:r>
              <a:rPr lang="ru-RU" dirty="0"/>
              <a:t> та </a:t>
            </a:r>
            <a:r>
              <a:rPr lang="ru-RU" dirty="0" err="1"/>
              <a:t>продуктивність</a:t>
            </a:r>
            <a:r>
              <a:rPr lang="ru-RU" dirty="0"/>
              <a:t> </a:t>
            </a:r>
            <a:r>
              <a:rPr lang="ru-RU" dirty="0" err="1"/>
              <a:t>допомагають</a:t>
            </a:r>
            <a:r>
              <a:rPr lang="ru-RU" dirty="0"/>
              <a:t> </a:t>
            </a:r>
            <a:r>
              <a:rPr lang="ru-RU" dirty="0" err="1"/>
              <a:t>розробнику</a:t>
            </a:r>
            <a:r>
              <a:rPr lang="ru-RU" dirty="0"/>
              <a:t> </a:t>
            </a:r>
            <a:r>
              <a:rPr lang="ru-RU" dirty="0" err="1"/>
              <a:t>вносити</a:t>
            </a:r>
            <a:r>
              <a:rPr lang="ru-RU" dirty="0"/>
              <a:t> </a:t>
            </a:r>
            <a:r>
              <a:rPr lang="ru-RU" dirty="0" err="1"/>
              <a:t>відповідні</a:t>
            </a:r>
            <a:r>
              <a:rPr lang="ru-RU" dirty="0"/>
              <a:t> </a:t>
            </a:r>
            <a:r>
              <a:rPr lang="ru-RU" dirty="0" err="1"/>
              <a:t>зміни</a:t>
            </a:r>
            <a:r>
              <a:rPr lang="ru-RU" dirty="0"/>
              <a:t> у </a:t>
            </a:r>
            <a:r>
              <a:rPr lang="ru-RU" dirty="0" err="1"/>
              <a:t>функції</a:t>
            </a:r>
            <a:r>
              <a:rPr lang="ru-RU" dirty="0"/>
              <a:t>, а </a:t>
            </a:r>
            <a:r>
              <a:rPr lang="ru-RU" dirty="0" err="1"/>
              <a:t>інженеру</a:t>
            </a:r>
            <a:r>
              <a:rPr lang="ru-RU" dirty="0"/>
              <a:t> з </a:t>
            </a:r>
            <a:r>
              <a:rPr lang="ru-RU" dirty="0" err="1"/>
              <a:t>розгортання</a:t>
            </a:r>
            <a:r>
              <a:rPr lang="ru-RU" dirty="0"/>
              <a:t> – </a:t>
            </a:r>
            <a:r>
              <a:rPr lang="ru-RU" dirty="0" err="1"/>
              <a:t>розуміти</a:t>
            </a:r>
            <a:r>
              <a:rPr lang="ru-RU" dirty="0"/>
              <a:t> </a:t>
            </a:r>
            <a:r>
              <a:rPr lang="ru-RU" dirty="0" err="1"/>
              <a:t>конфігурацію</a:t>
            </a:r>
            <a:r>
              <a:rPr lang="ru-RU" dirty="0"/>
              <a:t> сервера, </a:t>
            </a:r>
            <a:r>
              <a:rPr lang="ru-RU" dirty="0" err="1"/>
              <a:t>необхідну</a:t>
            </a:r>
            <a:r>
              <a:rPr lang="ru-RU" dirty="0"/>
              <a:t> для </a:t>
            </a:r>
            <a:r>
              <a:rPr lang="ru-RU" dirty="0" err="1"/>
              <a:t>безперебійної</a:t>
            </a:r>
            <a:r>
              <a:rPr lang="ru-RU" dirty="0"/>
              <a:t> </a:t>
            </a:r>
            <a:r>
              <a:rPr lang="ru-RU" dirty="0" err="1"/>
              <a:t>роботи</a:t>
            </a:r>
            <a:r>
              <a:rPr lang="ru-RU" dirty="0"/>
              <a:t> </a:t>
            </a:r>
            <a:r>
              <a:rPr lang="ru-RU" dirty="0" err="1"/>
              <a:t>служби</a:t>
            </a:r>
            <a:r>
              <a:rPr lang="ru-RU" dirty="0"/>
              <a:t>. Бета-</a:t>
            </a:r>
            <a:r>
              <a:rPr lang="ru-RU" dirty="0" err="1"/>
              <a:t>версія</a:t>
            </a:r>
            <a:r>
              <a:rPr lang="ru-RU" dirty="0"/>
              <a:t> </a:t>
            </a:r>
            <a:r>
              <a:rPr lang="ru-RU" dirty="0" err="1"/>
              <a:t>надає</a:t>
            </a:r>
            <a:r>
              <a:rPr lang="ru-RU" dirty="0"/>
              <a:t> </a:t>
            </a:r>
            <a:r>
              <a:rPr lang="ru-RU" dirty="0" err="1"/>
              <a:t>ранні</a:t>
            </a:r>
            <a:r>
              <a:rPr lang="ru-RU" dirty="0"/>
              <a:t> </a:t>
            </a:r>
            <a:r>
              <a:rPr lang="ru-RU" dirty="0" err="1"/>
              <a:t>відгуки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дуже</a:t>
            </a:r>
            <a:r>
              <a:rPr lang="ru-RU" dirty="0"/>
              <a:t> </a:t>
            </a:r>
            <a:r>
              <a:rPr lang="ru-RU" dirty="0" err="1"/>
              <a:t>допомагає</a:t>
            </a:r>
            <a:r>
              <a:rPr lang="ru-RU" dirty="0"/>
              <a:t> в </a:t>
            </a:r>
            <a:r>
              <a:rPr lang="ru-RU" dirty="0" err="1"/>
              <a:t>процесі</a:t>
            </a:r>
            <a:r>
              <a:rPr lang="ru-RU" dirty="0"/>
              <a:t> </a:t>
            </a:r>
            <a:r>
              <a:rPr lang="ru-RU" dirty="0" err="1"/>
              <a:t>розробки</a:t>
            </a:r>
            <a:r>
              <a:rPr lang="ru-RU" dirty="0"/>
              <a:t>, </a:t>
            </a:r>
            <a:r>
              <a:rPr lang="ru-RU" dirty="0" err="1"/>
              <a:t>оскільки</a:t>
            </a:r>
            <a:r>
              <a:rPr lang="ru-RU" dirty="0"/>
              <a:t> </a:t>
            </a:r>
            <a:r>
              <a:rPr lang="ru-RU" dirty="0" err="1"/>
              <a:t>кількість</a:t>
            </a:r>
            <a:r>
              <a:rPr lang="ru-RU" dirty="0"/>
              <a:t> </a:t>
            </a:r>
            <a:r>
              <a:rPr lang="ru-RU" dirty="0" err="1"/>
              <a:t>користувачів</a:t>
            </a:r>
            <a:r>
              <a:rPr lang="ru-RU" dirty="0"/>
              <a:t> </a:t>
            </a:r>
            <a:r>
              <a:rPr lang="ru-RU" dirty="0" err="1"/>
              <a:t>обмежена</a:t>
            </a:r>
            <a:r>
              <a:rPr lang="ru-RU" dirty="0"/>
              <a:t>, а </a:t>
            </a:r>
            <a:r>
              <a:rPr lang="ru-RU" dirty="0" err="1"/>
              <a:t>повторюваних</a:t>
            </a:r>
            <a:r>
              <a:rPr lang="ru-RU" dirty="0"/>
              <a:t> </a:t>
            </a:r>
            <a:r>
              <a:rPr lang="ru-RU" dirty="0" err="1"/>
              <a:t>відгуків</a:t>
            </a:r>
            <a:r>
              <a:rPr lang="ru-RU" dirty="0"/>
              <a:t> буде </a:t>
            </a:r>
            <a:r>
              <a:rPr lang="ru-RU" dirty="0" err="1"/>
              <a:t>менше</a:t>
            </a:r>
            <a:r>
              <a:rPr lang="ru-RU" dirty="0"/>
              <a:t>, </a:t>
            </a:r>
            <a:r>
              <a:rPr lang="ru-RU" dirty="0" err="1"/>
              <a:t>ніж</a:t>
            </a:r>
            <a:r>
              <a:rPr lang="ru-RU" dirty="0"/>
              <a:t> у </a:t>
            </a:r>
            <a:r>
              <a:rPr lang="ru-RU" dirty="0" err="1"/>
              <a:t>стабільному</a:t>
            </a:r>
            <a:r>
              <a:rPr lang="ru-RU" dirty="0"/>
              <a:t> </a:t>
            </a:r>
            <a:r>
              <a:rPr lang="ru-RU" dirty="0" err="1"/>
              <a:t>випуску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369633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/>
              <a:t>Інструменти</a:t>
            </a:r>
            <a:r>
              <a:rPr lang="ru-RU" b="1" dirty="0"/>
              <a:t> </a:t>
            </a:r>
            <a:r>
              <a:rPr lang="en-US" b="1" dirty="0" err="1"/>
              <a:t>DevOps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0156" y="1597578"/>
            <a:ext cx="6562725" cy="249555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790055" y="4531679"/>
            <a:ext cx="569562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dirty="0" err="1"/>
              <a:t>Інструменти</a:t>
            </a:r>
            <a:r>
              <a:rPr lang="ru-RU" sz="2800" dirty="0"/>
              <a:t>, </a:t>
            </a:r>
            <a:r>
              <a:rPr lang="ru-RU" sz="2800" dirty="0" err="1"/>
              <a:t>згадані</a:t>
            </a:r>
            <a:r>
              <a:rPr lang="ru-RU" sz="2800" dirty="0"/>
              <a:t> на </a:t>
            </a:r>
            <a:r>
              <a:rPr lang="ru-RU" sz="2800" dirty="0" err="1"/>
              <a:t>зображенні</a:t>
            </a:r>
            <a:r>
              <a:rPr lang="ru-RU" sz="2800" dirty="0"/>
              <a:t> </a:t>
            </a:r>
            <a:r>
              <a:rPr lang="ru-RU" sz="2800" dirty="0" err="1"/>
              <a:t>вище</a:t>
            </a:r>
            <a:r>
              <a:rPr lang="ru-RU" sz="2800" dirty="0"/>
              <a:t>, </a:t>
            </a:r>
            <a:r>
              <a:rPr lang="ru-RU" sz="2800" dirty="0" err="1"/>
              <a:t>дійсно</a:t>
            </a:r>
            <a:r>
              <a:rPr lang="ru-RU" sz="2800" dirty="0"/>
              <a:t> </a:t>
            </a:r>
            <a:r>
              <a:rPr lang="ru-RU" sz="2800" dirty="0" err="1"/>
              <a:t>корисні</a:t>
            </a:r>
            <a:r>
              <a:rPr lang="ru-RU" sz="2800" dirty="0"/>
              <a:t> для </a:t>
            </a:r>
            <a:r>
              <a:rPr lang="ru-RU" sz="2800" dirty="0" err="1"/>
              <a:t>впровадження</a:t>
            </a:r>
            <a:r>
              <a:rPr lang="ru-RU" sz="2800" dirty="0"/>
              <a:t> </a:t>
            </a:r>
            <a:r>
              <a:rPr lang="ru-RU" sz="2800" dirty="0" err="1"/>
              <a:t>DevOps</a:t>
            </a:r>
            <a:r>
              <a:rPr lang="ru-RU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680944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Порівняння моделей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Каскадна модель підходить для чітких та стабільних вимог, Agile та DevOps — для гнучких і динамічних проектів. V-модель зосереджена на якості через тестування, а інкрементна модель дозволяє впроваджувати продукт частинами.</a:t>
            </a:r>
          </a:p>
        </p:txBody>
      </p:sp>
    </p:spTree>
    <p:extLst>
      <p:ext uri="{BB962C8B-B14F-4D97-AF65-F5344CB8AC3E}">
        <p14:creationId xmlns:p14="http://schemas.microsoft.com/office/powerpoint/2010/main" val="36705988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D50F5A9156BD1D478258C645CBF5B6E4" ma:contentTypeVersion="12" ma:contentTypeDescription="Створення нового документа." ma:contentTypeScope="" ma:versionID="4bd932c6edde057e4a531a4bffd55655">
  <xsd:schema xmlns:xsd="http://www.w3.org/2001/XMLSchema" xmlns:xs="http://www.w3.org/2001/XMLSchema" xmlns:p="http://schemas.microsoft.com/office/2006/metadata/properties" xmlns:ns2="e5e6fc73-9031-450c-9de5-7bc5986304f3" xmlns:ns3="df0bf197-73fd-41e1-ba51-8f8de062c38b" targetNamespace="http://schemas.microsoft.com/office/2006/metadata/properties" ma:root="true" ma:fieldsID="ff8eef8a8fa2d462934f327bdaa79c7a" ns2:_="" ns3:_="">
    <xsd:import namespace="e5e6fc73-9031-450c-9de5-7bc5986304f3"/>
    <xsd:import namespace="df0bf197-73fd-41e1-ba51-8f8de062c3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e6fc73-9031-450c-9de5-7bc5986304f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Теги зображень" ma:readOnly="false" ma:fieldId="{5cf76f15-5ced-4ddc-b409-7134ff3c332f}" ma:taxonomyMulti="true" ma:sspId="ee9b83cc-1686-492f-80a3-07431345b16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0bf197-73fd-41e1-ba51-8f8de062c38b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a7d9b0f9-d676-41f6-9742-644e7637553d}" ma:internalName="TaxCatchAll" ma:showField="CatchAllData" ma:web="df0bf197-73fd-41e1-ba51-8f8de062c38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вмісту"/>
        <xsd:element ref="dc:title" minOccurs="0" maxOccurs="1" ma:index="4" ma:displayName="Заголовок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f0bf197-73fd-41e1-ba51-8f8de062c38b" xsi:nil="true"/>
    <lcf76f155ced4ddcb4097134ff3c332f xmlns="e5e6fc73-9031-450c-9de5-7bc5986304f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EBE2AD8-1F5C-43F2-81F1-A41ECF58F0B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A9B648A-2A3E-400B-936C-82656D4FA62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5e6fc73-9031-450c-9de5-7bc5986304f3"/>
    <ds:schemaRef ds:uri="df0bf197-73fd-41e1-ba51-8f8de062c38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0E61D9C-AA3D-40F4-A027-1AEC64FCA876}">
  <ds:schemaRefs>
    <ds:schemaRef ds:uri="http://schemas.microsoft.com/office/2006/metadata/properties"/>
    <ds:schemaRef ds:uri="http://schemas.microsoft.com/office/infopath/2007/PartnerControls"/>
    <ds:schemaRef ds:uri="df0bf197-73fd-41e1-ba51-8f8de062c38b"/>
    <ds:schemaRef ds:uri="e5e6fc73-9031-450c-9de5-7bc5986304f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2614</Words>
  <Application>Microsoft Office PowerPoint</Application>
  <PresentationFormat>On-screen Show (4:3)</PresentationFormat>
  <Paragraphs>186</Paragraphs>
  <Slides>40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1" baseType="lpstr">
      <vt:lpstr>Office Theme</vt:lpstr>
      <vt:lpstr>Життєвий цикл програмного продукту</vt:lpstr>
      <vt:lpstr>Що таке життєвий цикл програмного продукту (SDLC)?</vt:lpstr>
      <vt:lpstr>Етапи життєвого циклу програмного продукту</vt:lpstr>
      <vt:lpstr>1. Планування</vt:lpstr>
      <vt:lpstr>2. Аналіз вимог</vt:lpstr>
      <vt:lpstr>3. Проектування системи</vt:lpstr>
      <vt:lpstr>4. Реалізація (кодування)</vt:lpstr>
      <vt:lpstr>5. Тестування</vt:lpstr>
      <vt:lpstr>6. Впровадження</vt:lpstr>
      <vt:lpstr>7. Підтримка</vt:lpstr>
      <vt:lpstr>Моделі життєвого циклу програмного продукту</vt:lpstr>
      <vt:lpstr>Що таке моделі життєвого циклу?</vt:lpstr>
      <vt:lpstr>Ось зображення, яке ілюструє шість різних моделей життєвого циклу програмного забезпечення: каскадна модель (Waterfall), спіральна модель, V-модель, Agile, модель інкрементної розробки та DevOps.</vt:lpstr>
      <vt:lpstr>Основні види моделей життєвого циклу</vt:lpstr>
      <vt:lpstr>Каскадна модель (Waterfall)</vt:lpstr>
      <vt:lpstr>Каскадна модель (Waterfall)</vt:lpstr>
      <vt:lpstr>Спіральна модель</vt:lpstr>
      <vt:lpstr>Спіральна модель</vt:lpstr>
      <vt:lpstr>V-модель</vt:lpstr>
      <vt:lpstr>V -модель</vt:lpstr>
      <vt:lpstr>Agile</vt:lpstr>
      <vt:lpstr>Інтерактивна модель</vt:lpstr>
      <vt:lpstr>Модель інкрементної розробки</vt:lpstr>
      <vt:lpstr>DevOps</vt:lpstr>
      <vt:lpstr>Модель DevOps</vt:lpstr>
      <vt:lpstr>PowerPoint Presentation</vt:lpstr>
      <vt:lpstr>PowerPoint Presentation</vt:lpstr>
      <vt:lpstr>1. Безперервне бізнес-планування </vt:lpstr>
      <vt:lpstr>2. Спільний розвиток</vt:lpstr>
      <vt:lpstr>3. Постійне тестування</vt:lpstr>
      <vt:lpstr>4. Безперервний випуск і розгортання</vt:lpstr>
      <vt:lpstr>Проблеми, з якими ми стикаємося, коли CI не реалізовано</vt:lpstr>
      <vt:lpstr>PowerPoint Presentation</vt:lpstr>
      <vt:lpstr>Безперервне розгортання</vt:lpstr>
      <vt:lpstr>Управління конфігурацією</vt:lpstr>
      <vt:lpstr>Контейнерізація</vt:lpstr>
      <vt:lpstr>5. Постійний моніторинг</vt:lpstr>
      <vt:lpstr>6. Спільний відгук клієнтів і оптимізація</vt:lpstr>
      <vt:lpstr>Інструменти DevOps</vt:lpstr>
      <vt:lpstr>Порівняння моделей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Життєвий цикл програмного продукту</dc:title>
  <dc:subject/>
  <dc:creator/>
  <cp:keywords/>
  <dc:description>generated using python-pptx</dc:description>
  <cp:lastModifiedBy>admin</cp:lastModifiedBy>
  <cp:revision>9</cp:revision>
  <dcterms:created xsi:type="dcterms:W3CDTF">2013-01-27T09:14:16Z</dcterms:created>
  <dcterms:modified xsi:type="dcterms:W3CDTF">2026-09-22T11:46:04Z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0x010100D50F5A9156BD1D478258C645CBF5B6E4</vt:lpwstr>
  </property>
  <property fmtid="{D5CDD505-2E9C-101B-9397-08002B2CF9AE}" pid="3" name="MediaServiceImageTags">
    <vt:lpwstr/>
  </property>
</Properties>
</file>