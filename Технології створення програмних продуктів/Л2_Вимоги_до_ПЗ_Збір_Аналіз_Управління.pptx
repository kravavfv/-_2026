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1644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46138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 err="1"/>
              <a:t>Вимоги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програмного</a:t>
            </a:r>
            <a:r>
              <a:rPr dirty="0"/>
              <a:t> </a:t>
            </a:r>
            <a:r>
              <a:rPr dirty="0" err="1"/>
              <a:t>забезпечення</a:t>
            </a:r>
            <a:r>
              <a:rPr dirty="0"/>
              <a:t>: </a:t>
            </a:r>
            <a:r>
              <a:rPr dirty="0" err="1"/>
              <a:t>Збір</a:t>
            </a:r>
            <a:r>
              <a:rPr dirty="0"/>
              <a:t>, </a:t>
            </a:r>
            <a:r>
              <a:rPr dirty="0" err="1"/>
              <a:t>Аналіз</a:t>
            </a:r>
            <a:r>
              <a:rPr dirty="0"/>
              <a:t>, </a:t>
            </a:r>
            <a:r>
              <a:rPr dirty="0" err="1" smtClean="0"/>
              <a:t>Управління</a:t>
            </a:r>
            <a:r>
              <a:rPr lang="uk-UA" dirty="0" smtClean="0"/>
              <a:t/>
            </a:r>
            <a:br>
              <a:rPr lang="uk-UA" dirty="0" smtClean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uk-UA" dirty="0" smtClean="0"/>
          </a:p>
          <a:p>
            <a:r>
              <a:rPr dirty="0" err="1" smtClean="0"/>
              <a:t>Важливість</a:t>
            </a:r>
            <a:r>
              <a:rPr dirty="0" smtClean="0"/>
              <a:t> </a:t>
            </a:r>
            <a:r>
              <a:rPr dirty="0" err="1"/>
              <a:t>вимог</a:t>
            </a:r>
            <a:r>
              <a:rPr dirty="0"/>
              <a:t> у </a:t>
            </a:r>
            <a:r>
              <a:rPr dirty="0" err="1"/>
              <a:t>розробці</a:t>
            </a:r>
            <a:r>
              <a:rPr dirty="0"/>
              <a:t> </a:t>
            </a:r>
            <a:r>
              <a:rPr dirty="0" err="1"/>
              <a:t>програмного</a:t>
            </a:r>
            <a:r>
              <a:rPr dirty="0"/>
              <a:t> </a:t>
            </a:r>
            <a:r>
              <a:rPr dirty="0" err="1"/>
              <a:t>забезпечення</a:t>
            </a:r>
            <a:r>
              <a:rPr dirty="0"/>
              <a:t>. </a:t>
            </a:r>
            <a:r>
              <a:rPr dirty="0" err="1"/>
              <a:t>Короткий</a:t>
            </a:r>
            <a:r>
              <a:rPr dirty="0"/>
              <a:t> </a:t>
            </a:r>
            <a:r>
              <a:rPr dirty="0" err="1"/>
              <a:t>огляд</a:t>
            </a:r>
            <a:r>
              <a:rPr dirty="0"/>
              <a:t> </a:t>
            </a:r>
            <a:r>
              <a:rPr dirty="0" err="1"/>
              <a:t>процесів</a:t>
            </a:r>
            <a:r>
              <a:rPr dirty="0"/>
              <a:t>: </a:t>
            </a:r>
            <a:r>
              <a:rPr dirty="0" err="1"/>
              <a:t>збір</a:t>
            </a:r>
            <a:r>
              <a:rPr dirty="0"/>
              <a:t>, </a:t>
            </a:r>
            <a:r>
              <a:rPr dirty="0" err="1"/>
              <a:t>аналіз</a:t>
            </a:r>
            <a:r>
              <a:rPr dirty="0"/>
              <a:t>, </a:t>
            </a:r>
            <a:r>
              <a:rPr dirty="0" err="1"/>
              <a:t>управління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Що таке вимоги до програмного забезпечення?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Визначення вимог. Різновиди вимог: функціональні, нефункціональні, бізнес-вимоги. Приклад вимоги: 'Користувач повинен мати змогу увійти в систему за допомогою ідентифікатора та пароля.'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Процес збору вимог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Джерела вимог: клієнти, бізнес-аналітики, технічні фахівці. Методи збору: інтерв'ю, опитування, наради, спостереження. Приклад збору вимог: інтерв'ю з ключовими зацікавленими сторонами.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Аналіз вимог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Оцінка коректності, повноти та узгодженості вимог. Визначення пріоритетів і можливих конфліктів. Приклад аналізу: Виявлення суперечливих вимог або дублювання функцій.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Управління вимогами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Зміни вимог та їх контроль. Відстеження змін: версійність, інструменти управління. Приклад управління змінами: додавання нових функцій після обговорень із клієнтом.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Інструменти для роботи з вимогами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Jira, Trello, IBM Rational DOORS. Як інструменти допомагають у відстеженні, аналізі та управлінні вимогами. Приклад використання Jira для керування вимогами в реальному проекті.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Поширені проблеми та виклики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Неповні або нечіткі вимоги. Зміни в вимогах після початку розробки. Відсутність комунікації між командами.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Приклад реального проекту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Короткий опис проекту. Як були зібрані, проаналізовані та управлялися вимоги. Результати.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Висновки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Значення вимог для успішної розробки ПЗ. Основні кроки процесу збору, аналізу та управління вимогами. Рекомендації щодо ефективного управління вимогами.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D50F5A9156BD1D478258C645CBF5B6E4" ma:contentTypeVersion="12" ma:contentTypeDescription="Создание документа." ma:contentTypeScope="" ma:versionID="11858a2ebce4109694a2c45154aaadf1">
  <xsd:schema xmlns:xsd="http://www.w3.org/2001/XMLSchema" xmlns:xs="http://www.w3.org/2001/XMLSchema" xmlns:p="http://schemas.microsoft.com/office/2006/metadata/properties" xmlns:ns2="e5e6fc73-9031-450c-9de5-7bc5986304f3" xmlns:ns3="df0bf197-73fd-41e1-ba51-8f8de062c38b" targetNamespace="http://schemas.microsoft.com/office/2006/metadata/properties" ma:root="true" ma:fieldsID="b4601445fbed1be4719cec889fac3656" ns2:_="" ns3:_="">
    <xsd:import namespace="e5e6fc73-9031-450c-9de5-7bc5986304f3"/>
    <xsd:import namespace="df0bf197-73fd-41e1-ba51-8f8de062c3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e6fc73-9031-450c-9de5-7bc5986304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ee9b83cc-1686-492f-80a3-07431345b16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0bf197-73fd-41e1-ba51-8f8de062c38b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7d9b0f9-d676-41f6-9742-644e7637553d}" ma:internalName="TaxCatchAll" ma:showField="CatchAllData" ma:web="df0bf197-73fd-41e1-ba51-8f8de062c3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f0bf197-73fd-41e1-ba51-8f8de062c38b" xsi:nil="true"/>
    <lcf76f155ced4ddcb4097134ff3c332f xmlns="e5e6fc73-9031-450c-9de5-7bc5986304f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5D0F4A5-A321-4627-93C7-D11F1D5F3AE0}"/>
</file>

<file path=customXml/itemProps2.xml><?xml version="1.0" encoding="utf-8"?>
<ds:datastoreItem xmlns:ds="http://schemas.openxmlformats.org/officeDocument/2006/customXml" ds:itemID="{C01F2C47-C853-48FC-A972-1BACE0B84A55}"/>
</file>

<file path=customXml/itemProps3.xml><?xml version="1.0" encoding="utf-8"?>
<ds:datastoreItem xmlns:ds="http://schemas.openxmlformats.org/officeDocument/2006/customXml" ds:itemID="{71219687-8FF2-4D8E-BA2C-6B3B8CF91506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247</Words>
  <Application>Microsoft Office PowerPoint</Application>
  <PresentationFormat>Экран (4:3)</PresentationFormat>
  <Paragraphs>19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Вимоги до програмного забезпечення: Збір, Аналіз, Управління </vt:lpstr>
      <vt:lpstr>Що таке вимоги до програмного забезпечення?</vt:lpstr>
      <vt:lpstr>Процес збору вимог</vt:lpstr>
      <vt:lpstr>Аналіз вимог</vt:lpstr>
      <vt:lpstr>Управління вимогами</vt:lpstr>
      <vt:lpstr>Інструменти для роботи з вимогами</vt:lpstr>
      <vt:lpstr>Поширені проблеми та виклики</vt:lpstr>
      <vt:lpstr>Приклад реального проекту</vt:lpstr>
      <vt:lpstr>Висновки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Вимоги до програмного забезпечення: Збір, Аналіз, Управління </dc:title>
  <dc:subject/>
  <dc:creator>admin</dc:creator>
  <cp:keywords/>
  <dc:description>generated using python-pptx</dc:description>
  <cp:lastModifiedBy>admin</cp:lastModifiedBy>
  <cp:revision>3</cp:revision>
  <dcterms:created xsi:type="dcterms:W3CDTF">2013-01-27T09:14:16Z</dcterms:created>
  <dcterms:modified xsi:type="dcterms:W3CDTF">2024-09-05T12:10:47Z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0x010100D50F5A9156BD1D478258C645CBF5B6E4</vt:lpwstr>
  </property>
</Properties>
</file>